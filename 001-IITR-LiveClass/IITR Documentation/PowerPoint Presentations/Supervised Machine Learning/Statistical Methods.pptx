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custDataLst>
    <p:tags r:id="rId9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4" d="100"/>
          <a:sy n="124" d="100"/>
        </p:scale>
        <p:origin x="274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2bde3a623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2bde3a623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edfaf6cb86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edfaf6cb86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1edfaf6cb86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1edfaf6cb86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1edfaf6cb86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1edfaf6cb86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edfaf6cb86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1edfaf6cb86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3C47D"/>
                </a:solidFill>
              </a:rPr>
              <a:t>Statistical Methods</a:t>
            </a:r>
            <a:endParaRPr>
              <a:solidFill>
                <a:srgbClr val="93C47D"/>
              </a:solidFill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</a:rPr>
              <a:t>trainerajay.iitj@gmail.com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3C47D"/>
                </a:solidFill>
              </a:rPr>
              <a:t>Data Questions that need to be addressed…</a:t>
            </a:r>
            <a:r>
              <a:rPr lang="en"/>
              <a:t> </a:t>
            </a:r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body" idx="1"/>
          </p:nvPr>
        </p:nvSpPr>
        <p:spPr>
          <a:xfrm>
            <a:off x="386400" y="1772525"/>
            <a:ext cx="8520600" cy="14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Some times its difficult to analyse the data by just visualising it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How important is the column that you analysing a.k.a Feature Importance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To build a ML model how many features or which features i can use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>
            <a:spLocks noGrp="1"/>
          </p:cNvSpPr>
          <p:nvPr>
            <p:ph type="title"/>
          </p:nvPr>
        </p:nvSpPr>
        <p:spPr>
          <a:xfrm>
            <a:off x="117475" y="1088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3C47D"/>
                </a:solidFill>
              </a:rPr>
              <a:t>Descriptive Statistics</a:t>
            </a:r>
            <a:endParaRPr>
              <a:solidFill>
                <a:srgbClr val="93C47D"/>
              </a:solidFill>
            </a:endParaRPr>
          </a:p>
        </p:txBody>
      </p:sp>
      <p:sp>
        <p:nvSpPr>
          <p:cNvPr id="71" name="Google Shape;71;p16"/>
          <p:cNvSpPr txBox="1">
            <a:spLocks noGrp="1"/>
          </p:cNvSpPr>
          <p:nvPr>
            <p:ph type="body" idx="1"/>
          </p:nvPr>
        </p:nvSpPr>
        <p:spPr>
          <a:xfrm>
            <a:off x="117475" y="131342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Mean Value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Min-Max Value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Standard Deviation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Skewness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Kurtosis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72" name="Google Shape;7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2300" y="1274575"/>
            <a:ext cx="5172975" cy="323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>
            <a:spLocks noGrp="1"/>
          </p:cNvSpPr>
          <p:nvPr>
            <p:ph type="title"/>
          </p:nvPr>
        </p:nvSpPr>
        <p:spPr>
          <a:xfrm>
            <a:off x="3764050" y="78975"/>
            <a:ext cx="2691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3C47D"/>
                </a:solidFill>
              </a:rPr>
              <a:t>Skewness</a:t>
            </a:r>
            <a:endParaRPr>
              <a:solidFill>
                <a:srgbClr val="93C47D"/>
              </a:solidFill>
            </a:endParaRPr>
          </a:p>
        </p:txBody>
      </p:sp>
      <p:pic>
        <p:nvPicPr>
          <p:cNvPr id="78" name="Google Shape;7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1700" y="1254963"/>
            <a:ext cx="5715000" cy="2200275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7"/>
          <p:cNvSpPr txBox="1"/>
          <p:nvPr/>
        </p:nvSpPr>
        <p:spPr>
          <a:xfrm>
            <a:off x="67250" y="3757700"/>
            <a:ext cx="89349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If the skewness is between -0.5 and 0.5, the data are fairly symmetrical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If the skewness is between -1 and — 0.5 or between 0.5 and 1, the data are moderately skewed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If the skewness is less than -1 or greater than 1, the data are highly skewed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>
            <a:spLocks noGrp="1"/>
          </p:cNvSpPr>
          <p:nvPr>
            <p:ph type="title"/>
          </p:nvPr>
        </p:nvSpPr>
        <p:spPr>
          <a:xfrm>
            <a:off x="3748175" y="377800"/>
            <a:ext cx="146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3C47D"/>
                </a:solidFill>
              </a:rPr>
              <a:t>Kurtosis</a:t>
            </a:r>
            <a:endParaRPr>
              <a:solidFill>
                <a:srgbClr val="93C47D"/>
              </a:solidFill>
            </a:endParaRPr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Kurtosis is one of the two measures that quantify shape of a distribution. kutosis determine the volume of the outlier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pic>
        <p:nvPicPr>
          <p:cNvPr id="86" name="Google Shape;8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550" y="2099850"/>
            <a:ext cx="3952875" cy="22288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8"/>
          <p:cNvSpPr txBox="1"/>
          <p:nvPr/>
        </p:nvSpPr>
        <p:spPr>
          <a:xfrm>
            <a:off x="4960475" y="1867650"/>
            <a:ext cx="3952800" cy="27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Excess kurtosis  =  Kurt – 3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Types of excess kurtosis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Leptokurtic or heavy-tailed distribution (kurtosis more than normal distribution) &gt;3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Mesokurtic (kurtosis same as the normal distribution) 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Platykurtic or short-tailed distribution (kurtosis less than normal distribution) &lt;3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SCLIENT" val="True"/>
</p:tagLst>
</file>

<file path=ppt/theme/theme1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</Words>
  <Application>Microsoft Office PowerPoint</Application>
  <PresentationFormat>On-screen Show (16:9)</PresentationFormat>
  <Paragraphs>29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Simple Dark</vt:lpstr>
      <vt:lpstr>Statistical Methods</vt:lpstr>
      <vt:lpstr>PowerPoint Presentation</vt:lpstr>
      <vt:lpstr>Data Questions that need to be addressed… </vt:lpstr>
      <vt:lpstr>Descriptive Statistics</vt:lpstr>
      <vt:lpstr>Skewness</vt:lpstr>
      <vt:lpstr>Kurtosis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Statistical Methods</dc:title>
  <cp:lastModifiedBy>Ajay Kumar GGN</cp:lastModifiedBy>
  <cp:revision>1</cp:revision>
  <dcterms:modified xsi:type="dcterms:W3CDTF">2023-06-06T02:37:42Z</dcterms:modified>
</cp:coreProperties>
</file>