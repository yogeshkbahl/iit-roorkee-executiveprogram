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y="6858000" cx="12192000"/>
  <p:notesSz cx="6858000" cy="9144000"/>
  <p:embeddedFontLst>
    <p:embeddedFont>
      <p:font typeface="Raleway"/>
      <p:regular r:id="rId70"/>
      <p:bold r:id="rId71"/>
      <p:italic r:id="rId72"/>
      <p:boldItalic r:id="rId73"/>
    </p:embeddedFont>
    <p:embeddedFont>
      <p:font typeface="Lato"/>
      <p:regular r:id="rId74"/>
      <p:bold r:id="rId75"/>
      <p:italic r:id="rId76"/>
      <p:boldItalic r:id="rId77"/>
    </p:embeddedFont>
    <p:embeddedFont>
      <p:font typeface="Raleway Light"/>
      <p:regular r:id="rId78"/>
      <p:bold r:id="rId79"/>
      <p:italic r:id="rId80"/>
      <p:boldItalic r:id="rId81"/>
    </p:embeddedFont>
    <p:embeddedFont>
      <p:font typeface="Raleway Black"/>
      <p:bold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84" roundtripDataSignature="AMtx7mhPovzYpAtlF2LILvWrCkRvgOWb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customschemas.google.com/relationships/presentationmetadata" Target="metadata"/><Relationship Id="rId83" Type="http://schemas.openxmlformats.org/officeDocument/2006/relationships/font" Target="fonts/RalewayBlack-boldItalic.fntdata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RalewayLight-italic.fntdata"/><Relationship Id="rId82" Type="http://schemas.openxmlformats.org/officeDocument/2006/relationships/font" Target="fonts/RalewayBlack-bold.fntdata"/><Relationship Id="rId81" Type="http://schemas.openxmlformats.org/officeDocument/2006/relationships/font" Target="fonts/RalewayLight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aleway-boldItalic.fntdata"/><Relationship Id="rId72" Type="http://schemas.openxmlformats.org/officeDocument/2006/relationships/font" Target="fonts/Raleway-italic.fntdata"/><Relationship Id="rId31" Type="http://schemas.openxmlformats.org/officeDocument/2006/relationships/slide" Target="slides/slide24.xml"/><Relationship Id="rId75" Type="http://schemas.openxmlformats.org/officeDocument/2006/relationships/font" Target="fonts/Lato-bold.fntdata"/><Relationship Id="rId30" Type="http://schemas.openxmlformats.org/officeDocument/2006/relationships/slide" Target="slides/slide23.xml"/><Relationship Id="rId74" Type="http://schemas.openxmlformats.org/officeDocument/2006/relationships/font" Target="fonts/Lato-regular.fntdata"/><Relationship Id="rId33" Type="http://schemas.openxmlformats.org/officeDocument/2006/relationships/slide" Target="slides/slide26.xml"/><Relationship Id="rId77" Type="http://schemas.openxmlformats.org/officeDocument/2006/relationships/font" Target="fonts/Lato-boldItalic.fntdata"/><Relationship Id="rId32" Type="http://schemas.openxmlformats.org/officeDocument/2006/relationships/slide" Target="slides/slide25.xml"/><Relationship Id="rId76" Type="http://schemas.openxmlformats.org/officeDocument/2006/relationships/font" Target="fonts/Lato-italic.fntdata"/><Relationship Id="rId35" Type="http://schemas.openxmlformats.org/officeDocument/2006/relationships/slide" Target="slides/slide28.xml"/><Relationship Id="rId79" Type="http://schemas.openxmlformats.org/officeDocument/2006/relationships/font" Target="fonts/RalewayLight-bold.fntdata"/><Relationship Id="rId34" Type="http://schemas.openxmlformats.org/officeDocument/2006/relationships/slide" Target="slides/slide27.xml"/><Relationship Id="rId78" Type="http://schemas.openxmlformats.org/officeDocument/2006/relationships/font" Target="fonts/RalewayLight-regular.fntdata"/><Relationship Id="rId71" Type="http://schemas.openxmlformats.org/officeDocument/2006/relationships/font" Target="fonts/Raleway-bold.fntdata"/><Relationship Id="rId70" Type="http://schemas.openxmlformats.org/officeDocument/2006/relationships/font" Target="fonts/Raleway-regular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3" name="Google Shape;57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2" name="Google Shape;6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4" name="Google Shape;67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9" name="Google Shape;72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3" name="Google Shape;7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6" name="Google Shape;75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2" name="Google Shape;77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3" name="Google Shape;88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97" name="Google Shape;897;p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4" name="Google Shape;924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5" name="Google Shape;925;p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1" name="Google Shape;931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32" name="Google Shape;932;p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0" name="Google Shape;940;p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8" name="Google Shape;948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9" name="Google Shape;949;p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8" name="Google Shape;958;p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7" name="Google Shape;967;p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76" name="Google Shape;976;p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5" name="Google Shape;985;p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4" name="Google Shape;994;p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6" name="Google Shape;1016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" name="Google Shape;102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3" name="Google Shape;102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1" name="Google Shape;1031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9" name="Google Shape;103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0" name="Google Shape;104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8" name="Google Shape;1048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1">
  <p:cSld name="1_Graphic with title 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2"/>
          <p:cNvSpPr/>
          <p:nvPr>
            <p:ph idx="2" type="pic"/>
          </p:nvPr>
        </p:nvSpPr>
        <p:spPr>
          <a:xfrm>
            <a:off x="0" y="219127"/>
            <a:ext cx="5398500" cy="69342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82"/>
          <p:cNvSpPr txBox="1"/>
          <p:nvPr>
            <p:ph idx="1" type="body"/>
          </p:nvPr>
        </p:nvSpPr>
        <p:spPr>
          <a:xfrm>
            <a:off x="6096000" y="989761"/>
            <a:ext cx="54717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5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2"/>
          <p:cNvSpPr txBox="1"/>
          <p:nvPr>
            <p:ph idx="3" type="body"/>
          </p:nvPr>
        </p:nvSpPr>
        <p:spPr>
          <a:xfrm>
            <a:off x="6096000" y="1818343"/>
            <a:ext cx="54717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5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5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5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top title">
  <p:cSld name="Right top 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3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3"/>
          <p:cNvSpPr txBox="1"/>
          <p:nvPr>
            <p:ph idx="2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le title ">
  <p:cSld name="Midle title 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4"/>
          <p:cNvSpPr txBox="1"/>
          <p:nvPr>
            <p:ph idx="1" type="body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84"/>
          <p:cNvSpPr txBox="1"/>
          <p:nvPr>
            <p:ph idx="2" type="body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Clea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1">
  <p:cSld name="Graphic with title 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4"/>
          <p:cNvSpPr/>
          <p:nvPr>
            <p:ph idx="2" type="pic"/>
          </p:nvPr>
        </p:nvSpPr>
        <p:spPr>
          <a:xfrm>
            <a:off x="0" y="219127"/>
            <a:ext cx="5398451" cy="69341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94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94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center title">
  <p:cSld name="Top center 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5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95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left title">
  <p:cSld name="Top left 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6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96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Clea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1_Clea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3">
  <p:cSld name="1_Concept graphic 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8"/>
          <p:cNvSpPr/>
          <p:nvPr>
            <p:ph idx="2" type="pic"/>
          </p:nvPr>
        </p:nvSpPr>
        <p:spPr>
          <a:xfrm>
            <a:off x="5" y="2"/>
            <a:ext cx="12156900" cy="471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1">
  <p:cSld name="Graphic with title 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7"/>
          <p:cNvSpPr/>
          <p:nvPr>
            <p:ph idx="2" type="pic"/>
          </p:nvPr>
        </p:nvSpPr>
        <p:spPr>
          <a:xfrm>
            <a:off x="0" y="219127"/>
            <a:ext cx="5398451" cy="6934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97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97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2">
  <p:cSld name="Graphic with title 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8"/>
          <p:cNvSpPr/>
          <p:nvPr>
            <p:ph idx="2" type="pic"/>
          </p:nvPr>
        </p:nvSpPr>
        <p:spPr>
          <a:xfrm>
            <a:off x="4898367" y="-706535"/>
            <a:ext cx="7418239" cy="7400153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98"/>
          <p:cNvSpPr txBox="1"/>
          <p:nvPr>
            <p:ph idx="1" type="body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8"/>
          <p:cNvSpPr txBox="1"/>
          <p:nvPr>
            <p:ph idx="3" type="body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3">
  <p:cSld name="Graphic with title 3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9"/>
          <p:cNvSpPr/>
          <p:nvPr>
            <p:ph idx="2" type="pic"/>
          </p:nvPr>
        </p:nvSpPr>
        <p:spPr>
          <a:xfrm>
            <a:off x="4775079" y="0"/>
            <a:ext cx="7418239" cy="6467624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99"/>
          <p:cNvSpPr txBox="1"/>
          <p:nvPr>
            <p:ph idx="1" type="body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99"/>
          <p:cNvSpPr txBox="1"/>
          <p:nvPr>
            <p:ph idx="3" type="body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with title 4">
  <p:cSld name="Graphic with title 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0"/>
          <p:cNvSpPr/>
          <p:nvPr>
            <p:ph idx="2" type="pic"/>
          </p:nvPr>
        </p:nvSpPr>
        <p:spPr>
          <a:xfrm>
            <a:off x="4898367" y="-461577"/>
            <a:ext cx="7418239" cy="7400153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00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00"/>
          <p:cNvSpPr txBox="1"/>
          <p:nvPr>
            <p:ph idx="3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1">
  <p:cSld name="Concept graphic 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1"/>
          <p:cNvSpPr/>
          <p:nvPr>
            <p:ph idx="2" type="pic"/>
          </p:nvPr>
        </p:nvSpPr>
        <p:spPr>
          <a:xfrm>
            <a:off x="-12742" y="-819120"/>
            <a:ext cx="12169663" cy="74504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2">
  <p:cSld name="Concept graphic 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2"/>
          <p:cNvSpPr/>
          <p:nvPr>
            <p:ph idx="2" type="pic"/>
          </p:nvPr>
        </p:nvSpPr>
        <p:spPr>
          <a:xfrm>
            <a:off x="1" y="0"/>
            <a:ext cx="12156920" cy="66282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3">
  <p:cSld name="Concept graphic 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/>
          <p:nvPr>
            <p:ph idx="2" type="pic"/>
          </p:nvPr>
        </p:nvSpPr>
        <p:spPr>
          <a:xfrm>
            <a:off x="5" y="2"/>
            <a:ext cx="12156919" cy="47197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4">
  <p:cSld name="Concept graphic 4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4"/>
          <p:cNvSpPr/>
          <p:nvPr>
            <p:ph idx="2" type="pic"/>
          </p:nvPr>
        </p:nvSpPr>
        <p:spPr>
          <a:xfrm>
            <a:off x="-13635" y="-5335"/>
            <a:ext cx="12471072" cy="602182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 graphic 5">
  <p:cSld name="Concept graphic 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5"/>
          <p:cNvSpPr/>
          <p:nvPr>
            <p:ph idx="2" type="pic"/>
          </p:nvPr>
        </p:nvSpPr>
        <p:spPr>
          <a:xfrm>
            <a:off x="1" y="494108"/>
            <a:ext cx="12448915" cy="578895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le title ">
  <p:cSld name="Midle title 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6"/>
          <p:cNvSpPr txBox="1"/>
          <p:nvPr>
            <p:ph idx="1" type="body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6"/>
          <p:cNvSpPr txBox="1"/>
          <p:nvPr>
            <p:ph idx="2" type="body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left title">
  <p:cSld name="Top left 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7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07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center title">
  <p:cSld name="Top center 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8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08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op center title">
  <p:cSld name="13_Top center titl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9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09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New Macbook Silver.png" id="79" name="Google Shape;79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4417" y="2628432"/>
            <a:ext cx="5960632" cy="349023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9"/>
          <p:cNvSpPr/>
          <p:nvPr>
            <p:ph idx="3" type="pic"/>
          </p:nvPr>
        </p:nvSpPr>
        <p:spPr>
          <a:xfrm>
            <a:off x="1309666" y="2882745"/>
            <a:ext cx="4548553" cy="287215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left title">
  <p:cSld name="1_Top left 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0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10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84" name="Google Shape;84;p110"/>
          <p:cNvGrpSpPr/>
          <p:nvPr/>
        </p:nvGrpSpPr>
        <p:grpSpPr>
          <a:xfrm>
            <a:off x="6907316" y="497273"/>
            <a:ext cx="4008056" cy="5937596"/>
            <a:chOff x="0" y="0"/>
            <a:chExt cx="6591304" cy="9765730"/>
          </a:xfrm>
        </p:grpSpPr>
        <p:pic>
          <p:nvPicPr>
            <p:cNvPr id="85" name="Google Shape;85;p1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6591304" cy="9765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10"/>
            <p:cNvSpPr/>
            <p:nvPr/>
          </p:nvSpPr>
          <p:spPr>
            <a:xfrm>
              <a:off x="363079" y="954047"/>
              <a:ext cx="5879097" cy="7806214"/>
            </a:xfrm>
            <a:prstGeom prst="rect">
              <a:avLst/>
            </a:prstGeom>
            <a:solidFill>
              <a:srgbClr val="606060"/>
            </a:solidFill>
            <a:ln cap="flat" cmpd="sng" w="25400">
              <a:solidFill>
                <a:srgbClr val="000000">
                  <a:alpha val="0"/>
                </a:srgbClr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31"/>
                <a:buFont typeface="Arial"/>
                <a:buNone/>
              </a:pPr>
              <a:r>
                <a:t/>
              </a:r>
              <a:endParaRPr b="0" i="0" sz="53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10"/>
          <p:cNvSpPr/>
          <p:nvPr>
            <p:ph idx="3" type="pic"/>
          </p:nvPr>
        </p:nvSpPr>
        <p:spPr>
          <a:xfrm>
            <a:off x="7128099" y="1077337"/>
            <a:ext cx="3574976" cy="474620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op center title">
  <p:cSld name="12_Top center 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1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11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11"/>
          <p:cNvSpPr/>
          <p:nvPr>
            <p:ph idx="3" type="pic"/>
          </p:nvPr>
        </p:nvSpPr>
        <p:spPr>
          <a:xfrm>
            <a:off x="6256285" y="2409093"/>
            <a:ext cx="5248843" cy="33062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op center title">
  <p:cSld name="14_Top center 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2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12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12"/>
          <p:cNvSpPr/>
          <p:nvPr>
            <p:ph idx="3" type="pic"/>
          </p:nvPr>
        </p:nvSpPr>
        <p:spPr>
          <a:xfrm>
            <a:off x="722679" y="2409093"/>
            <a:ext cx="5248843" cy="33062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op center title">
  <p:cSld name="5_Top center 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3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13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113"/>
          <p:cNvSpPr/>
          <p:nvPr>
            <p:ph idx="3" type="pic"/>
          </p:nvPr>
        </p:nvSpPr>
        <p:spPr>
          <a:xfrm>
            <a:off x="0" y="1875696"/>
            <a:ext cx="12192000" cy="498230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op center title">
  <p:cSld name="6_Top center titl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4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14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14"/>
          <p:cNvSpPr/>
          <p:nvPr>
            <p:ph idx="3" type="pic"/>
          </p:nvPr>
        </p:nvSpPr>
        <p:spPr>
          <a:xfrm>
            <a:off x="0" y="1875695"/>
            <a:ext cx="12192000" cy="29307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op center title">
  <p:cSld name="4_Top center 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5"/>
          <p:cNvSpPr txBox="1"/>
          <p:nvPr>
            <p:ph idx="1" type="body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15"/>
          <p:cNvSpPr txBox="1"/>
          <p:nvPr>
            <p:ph idx="2" type="body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15"/>
          <p:cNvSpPr/>
          <p:nvPr>
            <p:ph idx="3" type="pic"/>
          </p:nvPr>
        </p:nvSpPr>
        <p:spPr>
          <a:xfrm>
            <a:off x="624417" y="1685045"/>
            <a:ext cx="3475892" cy="3475892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15"/>
          <p:cNvSpPr/>
          <p:nvPr>
            <p:ph idx="4" type="pic"/>
          </p:nvPr>
        </p:nvSpPr>
        <p:spPr>
          <a:xfrm>
            <a:off x="4358054" y="1685045"/>
            <a:ext cx="3475892" cy="3475892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15"/>
          <p:cNvSpPr/>
          <p:nvPr>
            <p:ph idx="5" type="pic"/>
          </p:nvPr>
        </p:nvSpPr>
        <p:spPr>
          <a:xfrm>
            <a:off x="8091691" y="1685045"/>
            <a:ext cx="3475892" cy="347589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op center title">
  <p:cSld name="11_Top center 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6"/>
          <p:cNvSpPr txBox="1"/>
          <p:nvPr>
            <p:ph idx="1" type="body"/>
          </p:nvPr>
        </p:nvSpPr>
        <p:spPr>
          <a:xfrm>
            <a:off x="3329431" y="309709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16"/>
          <p:cNvSpPr txBox="1"/>
          <p:nvPr>
            <p:ph idx="2" type="body"/>
          </p:nvPr>
        </p:nvSpPr>
        <p:spPr>
          <a:xfrm>
            <a:off x="3329431" y="1138291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16"/>
          <p:cNvSpPr/>
          <p:nvPr>
            <p:ph idx="3" type="pic"/>
          </p:nvPr>
        </p:nvSpPr>
        <p:spPr>
          <a:xfrm>
            <a:off x="624420" y="1705708"/>
            <a:ext cx="5248843" cy="330628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16"/>
          <p:cNvSpPr/>
          <p:nvPr>
            <p:ph idx="4" type="pic"/>
          </p:nvPr>
        </p:nvSpPr>
        <p:spPr>
          <a:xfrm>
            <a:off x="6318741" y="1705708"/>
            <a:ext cx="5248843" cy="33062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op center title">
  <p:cSld name="10_Top center 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7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7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7"/>
          <p:cNvSpPr/>
          <p:nvPr>
            <p:ph idx="3" type="pic"/>
          </p:nvPr>
        </p:nvSpPr>
        <p:spPr>
          <a:xfrm>
            <a:off x="1160588" y="2262559"/>
            <a:ext cx="2614243" cy="2614243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17"/>
          <p:cNvSpPr/>
          <p:nvPr>
            <p:ph idx="4" type="pic"/>
          </p:nvPr>
        </p:nvSpPr>
        <p:spPr>
          <a:xfrm>
            <a:off x="4788879" y="2262559"/>
            <a:ext cx="2614243" cy="2614243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17"/>
          <p:cNvSpPr/>
          <p:nvPr>
            <p:ph idx="5" type="pic"/>
          </p:nvPr>
        </p:nvSpPr>
        <p:spPr>
          <a:xfrm>
            <a:off x="8305797" y="2262559"/>
            <a:ext cx="2614243" cy="261424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op center title">
  <p:cSld name="7_Top center 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8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18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18"/>
          <p:cNvSpPr/>
          <p:nvPr>
            <p:ph idx="3" type="pic"/>
          </p:nvPr>
        </p:nvSpPr>
        <p:spPr>
          <a:xfrm>
            <a:off x="624418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18"/>
          <p:cNvSpPr/>
          <p:nvPr>
            <p:ph idx="4" type="pic"/>
          </p:nvPr>
        </p:nvSpPr>
        <p:spPr>
          <a:xfrm>
            <a:off x="3490708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18"/>
          <p:cNvSpPr/>
          <p:nvPr>
            <p:ph idx="5" type="pic"/>
          </p:nvPr>
        </p:nvSpPr>
        <p:spPr>
          <a:xfrm>
            <a:off x="6356999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18"/>
          <p:cNvSpPr/>
          <p:nvPr>
            <p:ph idx="6" type="pic"/>
          </p:nvPr>
        </p:nvSpPr>
        <p:spPr>
          <a:xfrm>
            <a:off x="9222971" y="2133604"/>
            <a:ext cx="2344613" cy="23446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op center title">
  <p:cSld name="8_Top center 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9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19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19"/>
          <p:cNvSpPr/>
          <p:nvPr>
            <p:ph idx="3" type="pic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119"/>
          <p:cNvSpPr/>
          <p:nvPr>
            <p:ph idx="4" type="pic"/>
          </p:nvPr>
        </p:nvSpPr>
        <p:spPr>
          <a:xfrm>
            <a:off x="2869443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19"/>
          <p:cNvSpPr/>
          <p:nvPr>
            <p:ph idx="5" type="pic"/>
          </p:nvPr>
        </p:nvSpPr>
        <p:spPr>
          <a:xfrm>
            <a:off x="5114470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19"/>
          <p:cNvSpPr/>
          <p:nvPr>
            <p:ph idx="6" type="pic"/>
          </p:nvPr>
        </p:nvSpPr>
        <p:spPr>
          <a:xfrm>
            <a:off x="7359497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19"/>
          <p:cNvSpPr/>
          <p:nvPr>
            <p:ph idx="7" type="pic"/>
          </p:nvPr>
        </p:nvSpPr>
        <p:spPr>
          <a:xfrm>
            <a:off x="9604523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op center title">
  <p:cSld name="9_Top center titl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0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120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120"/>
          <p:cNvSpPr/>
          <p:nvPr>
            <p:ph idx="3" type="pic"/>
          </p:nvPr>
        </p:nvSpPr>
        <p:spPr>
          <a:xfrm>
            <a:off x="624418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20"/>
          <p:cNvSpPr/>
          <p:nvPr>
            <p:ph idx="4" type="pic"/>
          </p:nvPr>
        </p:nvSpPr>
        <p:spPr>
          <a:xfrm>
            <a:off x="624418" y="4290653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20"/>
          <p:cNvSpPr/>
          <p:nvPr>
            <p:ph idx="5" type="pic"/>
          </p:nvPr>
        </p:nvSpPr>
        <p:spPr>
          <a:xfrm>
            <a:off x="6096001" y="2074991"/>
            <a:ext cx="1981196" cy="1981196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20"/>
          <p:cNvSpPr/>
          <p:nvPr>
            <p:ph idx="6" type="pic"/>
          </p:nvPr>
        </p:nvSpPr>
        <p:spPr>
          <a:xfrm>
            <a:off x="6096001" y="4290653"/>
            <a:ext cx="1981196" cy="19811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op center title">
  <p:cSld name="2_Top center titl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1"/>
          <p:cNvSpPr txBox="1"/>
          <p:nvPr>
            <p:ph idx="1" type="body"/>
          </p:nvPr>
        </p:nvSpPr>
        <p:spPr>
          <a:xfrm>
            <a:off x="3329431" y="84920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121"/>
          <p:cNvSpPr txBox="1"/>
          <p:nvPr>
            <p:ph idx="2" type="body"/>
          </p:nvPr>
        </p:nvSpPr>
        <p:spPr>
          <a:xfrm>
            <a:off x="3329431" y="1677787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121"/>
          <p:cNvSpPr txBox="1"/>
          <p:nvPr>
            <p:ph idx="3" type="body"/>
          </p:nvPr>
        </p:nvSpPr>
        <p:spPr>
          <a:xfrm>
            <a:off x="103335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121"/>
          <p:cNvSpPr/>
          <p:nvPr/>
        </p:nvSpPr>
        <p:spPr>
          <a:xfrm flipH="1">
            <a:off x="682508" y="5595943"/>
            <a:ext cx="240000" cy="2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8" name="Google Shape;148;p121"/>
          <p:cNvSpPr txBox="1"/>
          <p:nvPr>
            <p:ph idx="4" type="body"/>
          </p:nvPr>
        </p:nvSpPr>
        <p:spPr>
          <a:xfrm>
            <a:off x="103335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121"/>
          <p:cNvSpPr/>
          <p:nvPr/>
        </p:nvSpPr>
        <p:spPr>
          <a:xfrm flipH="1">
            <a:off x="682508" y="6002343"/>
            <a:ext cx="240000" cy="24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7F7F7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0" name="Google Shape;150;p121"/>
          <p:cNvSpPr txBox="1"/>
          <p:nvPr>
            <p:ph idx="5" type="body"/>
          </p:nvPr>
        </p:nvSpPr>
        <p:spPr>
          <a:xfrm>
            <a:off x="3806016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121"/>
          <p:cNvSpPr/>
          <p:nvPr/>
        </p:nvSpPr>
        <p:spPr>
          <a:xfrm flipH="1">
            <a:off x="3455169" y="5595943"/>
            <a:ext cx="240000" cy="2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2" name="Google Shape;152;p121"/>
          <p:cNvSpPr txBox="1"/>
          <p:nvPr>
            <p:ph idx="6" type="body"/>
          </p:nvPr>
        </p:nvSpPr>
        <p:spPr>
          <a:xfrm>
            <a:off x="3806016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21"/>
          <p:cNvSpPr/>
          <p:nvPr/>
        </p:nvSpPr>
        <p:spPr>
          <a:xfrm flipH="1">
            <a:off x="3455169" y="6002343"/>
            <a:ext cx="240000" cy="24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4" name="Google Shape;154;p121"/>
          <p:cNvSpPr txBox="1"/>
          <p:nvPr>
            <p:ph idx="7" type="body"/>
          </p:nvPr>
        </p:nvSpPr>
        <p:spPr>
          <a:xfrm>
            <a:off x="6494011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121"/>
          <p:cNvSpPr/>
          <p:nvPr/>
        </p:nvSpPr>
        <p:spPr>
          <a:xfrm flipH="1">
            <a:off x="6143164" y="5595943"/>
            <a:ext cx="240000" cy="24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6" name="Google Shape;156;p121"/>
          <p:cNvSpPr txBox="1"/>
          <p:nvPr>
            <p:ph idx="8" type="body"/>
          </p:nvPr>
        </p:nvSpPr>
        <p:spPr>
          <a:xfrm>
            <a:off x="6494011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21"/>
          <p:cNvSpPr/>
          <p:nvPr/>
        </p:nvSpPr>
        <p:spPr>
          <a:xfrm flipH="1">
            <a:off x="6143164" y="6002343"/>
            <a:ext cx="240000" cy="240000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58" name="Google Shape;158;p121"/>
          <p:cNvSpPr txBox="1"/>
          <p:nvPr>
            <p:ph idx="9" type="body"/>
          </p:nvPr>
        </p:nvSpPr>
        <p:spPr>
          <a:xfrm>
            <a:off x="9182005" y="55918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121"/>
          <p:cNvSpPr/>
          <p:nvPr/>
        </p:nvSpPr>
        <p:spPr>
          <a:xfrm flipH="1">
            <a:off x="8831159" y="5595943"/>
            <a:ext cx="240000" cy="240000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60" name="Google Shape;160;p121"/>
          <p:cNvSpPr txBox="1"/>
          <p:nvPr>
            <p:ph idx="13" type="body"/>
          </p:nvPr>
        </p:nvSpPr>
        <p:spPr>
          <a:xfrm>
            <a:off x="9182005" y="5998277"/>
            <a:ext cx="2399995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A5A5A5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121"/>
          <p:cNvSpPr/>
          <p:nvPr/>
        </p:nvSpPr>
        <p:spPr>
          <a:xfrm flipH="1">
            <a:off x="8831159" y="6002343"/>
            <a:ext cx="240000" cy="240000"/>
          </a:xfrm>
          <a:prstGeom prst="ellipse">
            <a:avLst/>
          </a:prstGeom>
          <a:solidFill>
            <a:srgbClr val="1442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t/>
            </a:r>
            <a:endParaRPr b="1" i="0" sz="1333" u="none" cap="none" strike="noStrike">
              <a:solidFill>
                <a:srgbClr val="A5A5A5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op center title">
  <p:cSld name="3_Top center titl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2"/>
          <p:cNvSpPr txBox="1"/>
          <p:nvPr>
            <p:ph idx="1" type="body"/>
          </p:nvPr>
        </p:nvSpPr>
        <p:spPr>
          <a:xfrm>
            <a:off x="3329431" y="19561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22"/>
          <p:cNvSpPr txBox="1"/>
          <p:nvPr>
            <p:ph idx="2" type="body"/>
          </p:nvPr>
        </p:nvSpPr>
        <p:spPr>
          <a:xfrm>
            <a:off x="3329431" y="102419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22"/>
          <p:cNvSpPr/>
          <p:nvPr/>
        </p:nvSpPr>
        <p:spPr>
          <a:xfrm>
            <a:off x="1050232" y="1656563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2"/>
          <p:cNvSpPr/>
          <p:nvPr/>
        </p:nvSpPr>
        <p:spPr>
          <a:xfrm>
            <a:off x="710333" y="2347948"/>
            <a:ext cx="749283" cy="7492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2"/>
          <p:cNvSpPr txBox="1"/>
          <p:nvPr>
            <p:ph idx="3" type="body"/>
          </p:nvPr>
        </p:nvSpPr>
        <p:spPr>
          <a:xfrm>
            <a:off x="732028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22"/>
          <p:cNvSpPr/>
          <p:nvPr>
            <p:ph idx="4" type="pic"/>
          </p:nvPr>
        </p:nvSpPr>
        <p:spPr>
          <a:xfrm>
            <a:off x="1308070" y="1814003"/>
            <a:ext cx="1692180" cy="177564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122"/>
          <p:cNvSpPr/>
          <p:nvPr/>
        </p:nvSpPr>
        <p:spPr>
          <a:xfrm>
            <a:off x="6492164" y="1656563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3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2"/>
          <p:cNvSpPr/>
          <p:nvPr/>
        </p:nvSpPr>
        <p:spPr>
          <a:xfrm>
            <a:off x="6152265" y="2347948"/>
            <a:ext cx="749283" cy="7492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2"/>
          <p:cNvSpPr txBox="1"/>
          <p:nvPr>
            <p:ph idx="5" type="body"/>
          </p:nvPr>
        </p:nvSpPr>
        <p:spPr>
          <a:xfrm>
            <a:off x="6173960" y="230286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22"/>
          <p:cNvSpPr/>
          <p:nvPr>
            <p:ph idx="6" type="pic"/>
          </p:nvPr>
        </p:nvSpPr>
        <p:spPr>
          <a:xfrm>
            <a:off x="6750002" y="1814003"/>
            <a:ext cx="1692180" cy="177564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122"/>
          <p:cNvSpPr/>
          <p:nvPr/>
        </p:nvSpPr>
        <p:spPr>
          <a:xfrm>
            <a:off x="1050232" y="4182244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4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2"/>
          <p:cNvSpPr/>
          <p:nvPr/>
        </p:nvSpPr>
        <p:spPr>
          <a:xfrm>
            <a:off x="710333" y="4873630"/>
            <a:ext cx="749283" cy="7492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2"/>
          <p:cNvSpPr txBox="1"/>
          <p:nvPr>
            <p:ph idx="7" type="body"/>
          </p:nvPr>
        </p:nvSpPr>
        <p:spPr>
          <a:xfrm>
            <a:off x="732028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122"/>
          <p:cNvSpPr/>
          <p:nvPr>
            <p:ph idx="8" type="pic"/>
          </p:nvPr>
        </p:nvSpPr>
        <p:spPr>
          <a:xfrm>
            <a:off x="1308070" y="4339684"/>
            <a:ext cx="1692180" cy="177564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122"/>
          <p:cNvSpPr/>
          <p:nvPr/>
        </p:nvSpPr>
        <p:spPr>
          <a:xfrm>
            <a:off x="6492164" y="4182244"/>
            <a:ext cx="2112000" cy="2111997"/>
          </a:xfrm>
          <a:prstGeom prst="arc">
            <a:avLst>
              <a:gd fmla="val 11622373" name="adj1"/>
              <a:gd fmla="val 10303517" name="adj2"/>
            </a:avLst>
          </a:prstGeom>
          <a:noFill/>
          <a:ln cap="sq" cmpd="sng" w="127000">
            <a:solidFill>
              <a:schemeClr val="accent5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2"/>
          <p:cNvSpPr/>
          <p:nvPr/>
        </p:nvSpPr>
        <p:spPr>
          <a:xfrm>
            <a:off x="6152265" y="4873630"/>
            <a:ext cx="749283" cy="7492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2"/>
          <p:cNvSpPr txBox="1"/>
          <p:nvPr>
            <p:ph idx="9" type="body"/>
          </p:nvPr>
        </p:nvSpPr>
        <p:spPr>
          <a:xfrm>
            <a:off x="6173960" y="4828546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22"/>
          <p:cNvSpPr/>
          <p:nvPr>
            <p:ph idx="13" type="pic"/>
          </p:nvPr>
        </p:nvSpPr>
        <p:spPr>
          <a:xfrm>
            <a:off x="6750002" y="4339684"/>
            <a:ext cx="1692180" cy="177564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top title">
  <p:cSld name="Right top title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3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123"/>
          <p:cNvSpPr txBox="1"/>
          <p:nvPr>
            <p:ph idx="2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eghts">
  <p:cSld name="Streght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4"/>
          <p:cNvSpPr/>
          <p:nvPr>
            <p:ph idx="2" type="pic"/>
          </p:nvPr>
        </p:nvSpPr>
        <p:spPr>
          <a:xfrm>
            <a:off x="1348366" y="989762"/>
            <a:ext cx="3433996" cy="4740476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124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124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acknesses">
  <p:cSld name="Weacknesse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5"/>
          <p:cNvSpPr/>
          <p:nvPr>
            <p:ph idx="2" type="pic"/>
          </p:nvPr>
        </p:nvSpPr>
        <p:spPr>
          <a:xfrm>
            <a:off x="6202129" y="989762"/>
            <a:ext cx="5259327" cy="4897868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125"/>
          <p:cNvSpPr txBox="1"/>
          <p:nvPr>
            <p:ph idx="1" type="body"/>
          </p:nvPr>
        </p:nvSpPr>
        <p:spPr>
          <a:xfrm>
            <a:off x="624416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125"/>
          <p:cNvSpPr txBox="1"/>
          <p:nvPr>
            <p:ph idx="3" type="body"/>
          </p:nvPr>
        </p:nvSpPr>
        <p:spPr>
          <a:xfrm>
            <a:off x="624416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ortunities">
  <p:cSld name="Oportunitie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6"/>
          <p:cNvSpPr/>
          <p:nvPr>
            <p:ph idx="2" type="pic"/>
          </p:nvPr>
        </p:nvSpPr>
        <p:spPr>
          <a:xfrm>
            <a:off x="1066285" y="959478"/>
            <a:ext cx="4276177" cy="5307917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126"/>
          <p:cNvSpPr txBox="1"/>
          <p:nvPr>
            <p:ph idx="1" type="body"/>
          </p:nvPr>
        </p:nvSpPr>
        <p:spPr>
          <a:xfrm>
            <a:off x="6096000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126"/>
          <p:cNvSpPr txBox="1"/>
          <p:nvPr>
            <p:ph idx="3" type="body"/>
          </p:nvPr>
        </p:nvSpPr>
        <p:spPr>
          <a:xfrm>
            <a:off x="6096000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ats">
  <p:cSld name="Threat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7"/>
          <p:cNvSpPr/>
          <p:nvPr>
            <p:ph idx="2" type="pic"/>
          </p:nvPr>
        </p:nvSpPr>
        <p:spPr>
          <a:xfrm>
            <a:off x="7040660" y="973997"/>
            <a:ext cx="3582264" cy="5631793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127"/>
          <p:cNvSpPr txBox="1"/>
          <p:nvPr>
            <p:ph idx="1" type="body"/>
          </p:nvPr>
        </p:nvSpPr>
        <p:spPr>
          <a:xfrm>
            <a:off x="624417" y="989761"/>
            <a:ext cx="5471584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127"/>
          <p:cNvSpPr txBox="1"/>
          <p:nvPr>
            <p:ph idx="3" type="body"/>
          </p:nvPr>
        </p:nvSpPr>
        <p:spPr>
          <a:xfrm>
            <a:off x="624417" y="1818343"/>
            <a:ext cx="5471584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op center title">
  <p:cSld name="1_Top center title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8"/>
          <p:cNvSpPr txBox="1"/>
          <p:nvPr>
            <p:ph idx="1" type="body"/>
          </p:nvPr>
        </p:nvSpPr>
        <p:spPr>
          <a:xfrm>
            <a:off x="332943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128"/>
          <p:cNvSpPr txBox="1"/>
          <p:nvPr>
            <p:ph idx="2" type="body"/>
          </p:nvPr>
        </p:nvSpPr>
        <p:spPr>
          <a:xfrm>
            <a:off x="332943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128"/>
          <p:cNvSpPr/>
          <p:nvPr/>
        </p:nvSpPr>
        <p:spPr>
          <a:xfrm>
            <a:off x="996833" y="2023904"/>
            <a:ext cx="2880004" cy="2880000"/>
          </a:xfrm>
          <a:prstGeom prst="ellipse">
            <a:avLst/>
          </a:prstGeom>
          <a:noFill/>
          <a:ln cap="rnd" cmpd="sng" w="3810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8"/>
          <p:cNvSpPr/>
          <p:nvPr/>
        </p:nvSpPr>
        <p:spPr>
          <a:xfrm>
            <a:off x="4654431" y="2023904"/>
            <a:ext cx="2880004" cy="2880000"/>
          </a:xfrm>
          <a:prstGeom prst="ellipse">
            <a:avLst/>
          </a:prstGeom>
          <a:noFill/>
          <a:ln cap="rnd" cmpd="sng" w="381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8"/>
          <p:cNvSpPr/>
          <p:nvPr/>
        </p:nvSpPr>
        <p:spPr>
          <a:xfrm>
            <a:off x="8334609" y="2023904"/>
            <a:ext cx="2880004" cy="2880000"/>
          </a:xfrm>
          <a:prstGeom prst="ellipse">
            <a:avLst/>
          </a:prstGeom>
          <a:noFill/>
          <a:ln cap="rnd" cmpd="sng" w="3810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8"/>
          <p:cNvSpPr/>
          <p:nvPr/>
        </p:nvSpPr>
        <p:spPr>
          <a:xfrm>
            <a:off x="3873618" y="3114585"/>
            <a:ext cx="816001" cy="815999"/>
          </a:xfrm>
          <a:prstGeom prst="ellipse">
            <a:avLst/>
          </a:prstGeom>
          <a:solidFill>
            <a:srgbClr val="483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8"/>
          <p:cNvSpPr/>
          <p:nvPr/>
        </p:nvSpPr>
        <p:spPr>
          <a:xfrm>
            <a:off x="7514986" y="3114585"/>
            <a:ext cx="816001" cy="815999"/>
          </a:xfrm>
          <a:prstGeom prst="ellipse">
            <a:avLst/>
          </a:prstGeom>
          <a:solidFill>
            <a:srgbClr val="5077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8"/>
          <p:cNvSpPr/>
          <p:nvPr>
            <p:ph idx="3" type="pic"/>
          </p:nvPr>
        </p:nvSpPr>
        <p:spPr>
          <a:xfrm>
            <a:off x="874187" y="1912129"/>
            <a:ext cx="3072984" cy="31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128"/>
          <p:cNvSpPr/>
          <p:nvPr>
            <p:ph idx="4" type="pic"/>
          </p:nvPr>
        </p:nvSpPr>
        <p:spPr>
          <a:xfrm>
            <a:off x="4585804" y="1912129"/>
            <a:ext cx="3016120" cy="31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28"/>
          <p:cNvSpPr/>
          <p:nvPr>
            <p:ph idx="5" type="pic"/>
          </p:nvPr>
        </p:nvSpPr>
        <p:spPr>
          <a:xfrm>
            <a:off x="8254103" y="1912129"/>
            <a:ext cx="3071508" cy="31200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28"/>
          <p:cNvSpPr txBox="1"/>
          <p:nvPr>
            <p:ph idx="6" type="body"/>
          </p:nvPr>
        </p:nvSpPr>
        <p:spPr>
          <a:xfrm>
            <a:off x="3947171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128"/>
          <p:cNvSpPr txBox="1"/>
          <p:nvPr>
            <p:ph idx="7" type="body"/>
          </p:nvPr>
        </p:nvSpPr>
        <p:spPr>
          <a:xfrm>
            <a:off x="7572830" y="3114585"/>
            <a:ext cx="704141" cy="749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Arial"/>
              <a:buNone/>
              <a:defRPr b="1" i="0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9"/>
          <p:cNvSpPr/>
          <p:nvPr/>
        </p:nvSpPr>
        <p:spPr>
          <a:xfrm>
            <a:off x="954808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9"/>
          <p:cNvSpPr/>
          <p:nvPr>
            <p:ph idx="2" type="pic"/>
          </p:nvPr>
        </p:nvSpPr>
        <p:spPr>
          <a:xfrm>
            <a:off x="858412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29"/>
          <p:cNvSpPr txBox="1"/>
          <p:nvPr>
            <p:ph idx="1" type="body"/>
          </p:nvPr>
        </p:nvSpPr>
        <p:spPr>
          <a:xfrm>
            <a:off x="858649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129"/>
          <p:cNvSpPr txBox="1"/>
          <p:nvPr>
            <p:ph idx="3" type="body"/>
          </p:nvPr>
        </p:nvSpPr>
        <p:spPr>
          <a:xfrm>
            <a:off x="858649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129"/>
          <p:cNvSpPr txBox="1"/>
          <p:nvPr>
            <p:ph idx="4" type="body"/>
          </p:nvPr>
        </p:nvSpPr>
        <p:spPr>
          <a:xfrm>
            <a:off x="858651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129"/>
          <p:cNvSpPr txBox="1"/>
          <p:nvPr>
            <p:ph idx="5" type="body"/>
          </p:nvPr>
        </p:nvSpPr>
        <p:spPr>
          <a:xfrm>
            <a:off x="1610728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20" name="Google Shape;220;p129"/>
          <p:cNvCxnSpPr/>
          <p:nvPr/>
        </p:nvCxnSpPr>
        <p:spPr>
          <a:xfrm>
            <a:off x="3228335" y="1851379"/>
            <a:ext cx="0" cy="4607999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129"/>
          <p:cNvSpPr/>
          <p:nvPr/>
        </p:nvSpPr>
        <p:spPr>
          <a:xfrm>
            <a:off x="3761934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9"/>
          <p:cNvSpPr/>
          <p:nvPr>
            <p:ph idx="6" type="pic"/>
          </p:nvPr>
        </p:nvSpPr>
        <p:spPr>
          <a:xfrm>
            <a:off x="3665537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129"/>
          <p:cNvSpPr txBox="1"/>
          <p:nvPr>
            <p:ph idx="7" type="body"/>
          </p:nvPr>
        </p:nvSpPr>
        <p:spPr>
          <a:xfrm>
            <a:off x="3610341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129"/>
          <p:cNvSpPr txBox="1"/>
          <p:nvPr>
            <p:ph idx="8" type="body"/>
          </p:nvPr>
        </p:nvSpPr>
        <p:spPr>
          <a:xfrm>
            <a:off x="3610341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129"/>
          <p:cNvSpPr txBox="1"/>
          <p:nvPr>
            <p:ph idx="9" type="body"/>
          </p:nvPr>
        </p:nvSpPr>
        <p:spPr>
          <a:xfrm>
            <a:off x="3610343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129"/>
          <p:cNvSpPr txBox="1"/>
          <p:nvPr>
            <p:ph idx="13" type="body"/>
          </p:nvPr>
        </p:nvSpPr>
        <p:spPr>
          <a:xfrm>
            <a:off x="4362420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771B"/>
              </a:buClr>
              <a:buSzPts val="3333"/>
              <a:buFont typeface="Arial"/>
              <a:buNone/>
              <a:defRPr b="1" i="0" sz="3333" u="none" cap="none" strike="noStrike">
                <a:solidFill>
                  <a:srgbClr val="50771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27" name="Google Shape;227;p129"/>
          <p:cNvCxnSpPr/>
          <p:nvPr/>
        </p:nvCxnSpPr>
        <p:spPr>
          <a:xfrm>
            <a:off x="6099319" y="1851379"/>
            <a:ext cx="0" cy="4607999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28" name="Google Shape;228;p129"/>
          <p:cNvSpPr/>
          <p:nvPr/>
        </p:nvSpPr>
        <p:spPr>
          <a:xfrm>
            <a:off x="6525956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9"/>
          <p:cNvSpPr/>
          <p:nvPr>
            <p:ph idx="14" type="pic"/>
          </p:nvPr>
        </p:nvSpPr>
        <p:spPr>
          <a:xfrm>
            <a:off x="6429560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129"/>
          <p:cNvSpPr txBox="1"/>
          <p:nvPr>
            <p:ph idx="15" type="body"/>
          </p:nvPr>
        </p:nvSpPr>
        <p:spPr>
          <a:xfrm>
            <a:off x="6374364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129"/>
          <p:cNvSpPr txBox="1"/>
          <p:nvPr>
            <p:ph idx="16" type="body"/>
          </p:nvPr>
        </p:nvSpPr>
        <p:spPr>
          <a:xfrm>
            <a:off x="6374364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129"/>
          <p:cNvSpPr txBox="1"/>
          <p:nvPr>
            <p:ph idx="17" type="body"/>
          </p:nvPr>
        </p:nvSpPr>
        <p:spPr>
          <a:xfrm>
            <a:off x="6374365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129"/>
          <p:cNvSpPr txBox="1"/>
          <p:nvPr>
            <p:ph idx="18" type="body"/>
          </p:nvPr>
        </p:nvSpPr>
        <p:spPr>
          <a:xfrm>
            <a:off x="7126443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34" name="Google Shape;234;p129"/>
          <p:cNvCxnSpPr/>
          <p:nvPr/>
        </p:nvCxnSpPr>
        <p:spPr>
          <a:xfrm>
            <a:off x="8811788" y="1851379"/>
            <a:ext cx="0" cy="4607999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129"/>
          <p:cNvSpPr/>
          <p:nvPr/>
        </p:nvSpPr>
        <p:spPr>
          <a:xfrm>
            <a:off x="9315796" y="1980090"/>
            <a:ext cx="1793877" cy="1823989"/>
          </a:xfrm>
          <a:prstGeom prst="ellipse">
            <a:avLst/>
          </a:prstGeom>
          <a:noFill/>
          <a:ln cap="rnd" cmpd="sng" w="3810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t/>
            </a:r>
            <a:endParaRPr b="0" i="0" sz="4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9"/>
          <p:cNvSpPr/>
          <p:nvPr>
            <p:ph idx="19" type="pic"/>
          </p:nvPr>
        </p:nvSpPr>
        <p:spPr>
          <a:xfrm>
            <a:off x="9219400" y="1861557"/>
            <a:ext cx="2029915" cy="2063988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129"/>
          <p:cNvSpPr txBox="1"/>
          <p:nvPr>
            <p:ph idx="20" type="body"/>
          </p:nvPr>
        </p:nvSpPr>
        <p:spPr>
          <a:xfrm>
            <a:off x="9199956" y="4130546"/>
            <a:ext cx="2049120" cy="479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33"/>
              <a:buFont typeface="Arial"/>
              <a:buNone/>
              <a:defRPr b="0" i="0" sz="2133" u="none" cap="none" strike="noStrike">
                <a:solidFill>
                  <a:srgbClr val="7F7F7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129"/>
          <p:cNvSpPr txBox="1"/>
          <p:nvPr>
            <p:ph idx="21" type="body"/>
          </p:nvPr>
        </p:nvSpPr>
        <p:spPr>
          <a:xfrm>
            <a:off x="9199956" y="4621172"/>
            <a:ext cx="2049120" cy="253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0500" lIns="0" spcFirstLastPara="1" rIns="0" wrap="square" tIns="405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1333"/>
              <a:buFont typeface="Arial"/>
              <a:buNone/>
              <a:defRPr b="1" i="0" sz="1333" u="none" cap="none" strike="noStrike">
                <a:solidFill>
                  <a:srgbClr val="48365A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129"/>
          <p:cNvSpPr txBox="1"/>
          <p:nvPr>
            <p:ph idx="22" type="body"/>
          </p:nvPr>
        </p:nvSpPr>
        <p:spPr>
          <a:xfrm>
            <a:off x="9199957" y="4965319"/>
            <a:ext cx="2049120" cy="86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3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129"/>
          <p:cNvSpPr txBox="1"/>
          <p:nvPr>
            <p:ph idx="23" type="body"/>
          </p:nvPr>
        </p:nvSpPr>
        <p:spPr>
          <a:xfrm>
            <a:off x="9952035" y="5854535"/>
            <a:ext cx="641923" cy="622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3875" lIns="0" spcFirstLastPara="1" rIns="0" wrap="square" tIns="1038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333"/>
              <a:buFont typeface="Arial"/>
              <a:buNone/>
              <a:defRPr b="1" i="0" sz="3333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318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97954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129"/>
          <p:cNvSpPr txBox="1"/>
          <p:nvPr>
            <p:ph idx="24" type="body"/>
          </p:nvPr>
        </p:nvSpPr>
        <p:spPr>
          <a:xfrm>
            <a:off x="3329431" y="248361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129"/>
          <p:cNvSpPr txBox="1"/>
          <p:nvPr>
            <p:ph idx="25" type="body"/>
          </p:nvPr>
        </p:nvSpPr>
        <p:spPr>
          <a:xfrm>
            <a:off x="3329431" y="107694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r">
  <p:cSld name="Clear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dle title ">
  <p:cSld name="Midle title 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1"/>
          <p:cNvSpPr txBox="1"/>
          <p:nvPr>
            <p:ph idx="1" type="body"/>
          </p:nvPr>
        </p:nvSpPr>
        <p:spPr>
          <a:xfrm>
            <a:off x="635165" y="3231595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9" name="Google Shape;249;p91"/>
          <p:cNvSpPr txBox="1"/>
          <p:nvPr>
            <p:ph idx="2" type="body"/>
          </p:nvPr>
        </p:nvSpPr>
        <p:spPr>
          <a:xfrm>
            <a:off x="635165" y="4060176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left title">
  <p:cSld name="Top left title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2"/>
          <p:cNvSpPr txBox="1"/>
          <p:nvPr>
            <p:ph idx="1" type="body"/>
          </p:nvPr>
        </p:nvSpPr>
        <p:spPr>
          <a:xfrm>
            <a:off x="629771" y="497272"/>
            <a:ext cx="5551276" cy="76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7F7F7F"/>
              </a:buClr>
              <a:buSzPts val="5333"/>
              <a:buFont typeface="Arial"/>
              <a:buNone/>
              <a:defRPr b="0" i="0" sz="5333" u="none" cap="none" strike="noStrike">
                <a:solidFill>
                  <a:srgbClr val="7F7F7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2" name="Google Shape;252;p92"/>
          <p:cNvSpPr txBox="1"/>
          <p:nvPr>
            <p:ph idx="2" type="body"/>
          </p:nvPr>
        </p:nvSpPr>
        <p:spPr>
          <a:xfrm>
            <a:off x="629771" y="1325853"/>
            <a:ext cx="5551276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accent2"/>
              </a:buClr>
              <a:buSzPts val="1333"/>
              <a:buFont typeface="Arial"/>
              <a:buNone/>
              <a:defRPr b="1" i="0" sz="1333" u="none" cap="none" strike="noStrike">
                <a:solidFill>
                  <a:schemeClr val="accent2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5333"/>
              <a:buFont typeface="Arial"/>
              <a:buNone/>
              <a:defRPr b="0" i="0" sz="5333" u="none" cap="none" strike="noStrik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29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26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29" Type="http://schemas.openxmlformats.org/officeDocument/2006/relationships/slideLayout" Target="../slideLayouts/slideLayout35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31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16.xml"/><Relationship Id="rId3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19.xml"/><Relationship Id="rId35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18.xml"/><Relationship Id="rId3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21.xml"/><Relationship Id="rId37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20.xml"/><Relationship Id="rId3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38" Type="http://schemas.openxmlformats.org/officeDocument/2006/relationships/theme" Target="../theme/theme4.xml"/><Relationship Id="rId19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8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96644" y="156750"/>
            <a:ext cx="2220469" cy="77403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1"/>
          <p:cNvSpPr/>
          <p:nvPr/>
        </p:nvSpPr>
        <p:spPr>
          <a:xfrm>
            <a:off x="8782521" y="6450660"/>
            <a:ext cx="33972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Copyright Intellipaat. All rights reserved.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65">
          <p15:clr>
            <a:srgbClr val="F26B43"/>
          </p15:clr>
        </p15:guide>
        <p15:guide id="4" pos="29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979763" y="160554"/>
            <a:ext cx="1814099" cy="63237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5"/>
          <p:cNvSpPr/>
          <p:nvPr/>
        </p:nvSpPr>
        <p:spPr>
          <a:xfrm>
            <a:off x="8782520" y="6450660"/>
            <a:ext cx="3363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Copyright IntelliPaat, All rights reserved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85"/>
          <p:cNvCxnSpPr/>
          <p:nvPr/>
        </p:nvCxnSpPr>
        <p:spPr>
          <a:xfrm rot="10800000">
            <a:off x="403103" y="983227"/>
            <a:ext cx="11390759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0" r:id="rId35"/>
    <p:sldLayoutId id="2147483691" r:id="rId36"/>
    <p:sldLayoutId id="2147483692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65">
          <p15:clr>
            <a:srgbClr val="F26B43"/>
          </p15:clr>
        </p15:guide>
        <p15:guide id="4" pos="29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9"/>
          <p:cNvSpPr/>
          <p:nvPr/>
        </p:nvSpPr>
        <p:spPr>
          <a:xfrm>
            <a:off x="8782521" y="6450660"/>
            <a:ext cx="33972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Copyright Intellipaat. All rights reserved. </a:t>
            </a:r>
            <a:endParaRPr b="0" i="0" sz="14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8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27381" y="117421"/>
            <a:ext cx="2272908" cy="79231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  <p:sldLayoutId id="214748369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5465">
          <p15:clr>
            <a:srgbClr val="F26B43"/>
          </p15:clr>
        </p15:guide>
        <p15:guide id="4" pos="2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7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Relationship Id="rId5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Relationship Id="rId5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47.png"/><Relationship Id="rId5" Type="http://schemas.openxmlformats.org/officeDocument/2006/relationships/image" Target="../media/image7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8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8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5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4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Relationship Id="rId4" Type="http://schemas.openxmlformats.org/officeDocument/2006/relationships/image" Target="../media/image65.png"/><Relationship Id="rId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3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263" name="Google Shape;263;p3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3"/>
          <p:cNvGrpSpPr/>
          <p:nvPr/>
        </p:nvGrpSpPr>
        <p:grpSpPr>
          <a:xfrm>
            <a:off x="9103743" y="-1775342"/>
            <a:ext cx="5175909" cy="4162148"/>
            <a:chOff x="-1653816" y="4281981"/>
            <a:chExt cx="5175909" cy="4162148"/>
          </a:xfrm>
        </p:grpSpPr>
        <p:sp>
          <p:nvSpPr>
            <p:cNvPr id="266" name="Google Shape;266;p3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"/>
            <p:cNvSpPr/>
            <p:nvPr/>
          </p:nvSpPr>
          <p:spPr>
            <a:xfrm flipH="1" rot="-3100192">
              <a:off x="810213" y="3291601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3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"/>
          <p:cNvSpPr txBox="1"/>
          <p:nvPr>
            <p:ph idx="1" type="body"/>
          </p:nvPr>
        </p:nvSpPr>
        <p:spPr>
          <a:xfrm>
            <a:off x="400445" y="2752725"/>
            <a:ext cx="4695430" cy="1659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300"/>
              <a:buNone/>
            </a:pPr>
            <a:r>
              <a:rPr lang="en-US"/>
              <a:t>Introduction to Statistics</a:t>
            </a:r>
            <a:endParaRPr/>
          </a:p>
        </p:txBody>
      </p:sp>
      <p:pic>
        <p:nvPicPr>
          <p:cNvPr id="270" name="Google Shape;2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433" y="1153204"/>
            <a:ext cx="4551592" cy="4551592"/>
          </a:xfrm>
          <a:prstGeom prst="rect">
            <a:avLst/>
          </a:prstGeom>
          <a:noFill/>
          <a:ln>
            <a:noFill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  <p:transition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276" name="Google Shape;276;p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279" name="Google Shape;279;p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 txBox="1"/>
          <p:nvPr/>
        </p:nvSpPr>
        <p:spPr>
          <a:xfrm>
            <a:off x="2155416" y="4852579"/>
            <a:ext cx="79192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</a:t>
            </a:r>
            <a:r>
              <a:rPr b="1" i="0" lang="en-US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Statistics?</a:t>
            </a:r>
            <a:endParaRPr b="0" i="0" sz="5333" u="none" cap="none" strike="noStrike">
              <a:solidFill>
                <a:srgbClr val="0084B4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283" name="Google Shape;2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2346" y="1288975"/>
            <a:ext cx="3145406" cy="3145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"/>
          <p:cNvSpPr txBox="1"/>
          <p:nvPr/>
        </p:nvSpPr>
        <p:spPr>
          <a:xfrm>
            <a:off x="479084" y="227295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What is Statistics?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5"/>
          <p:cNvGrpSpPr/>
          <p:nvPr/>
        </p:nvGrpSpPr>
        <p:grpSpPr>
          <a:xfrm>
            <a:off x="1106027" y="1324679"/>
            <a:ext cx="9979947" cy="1076554"/>
            <a:chOff x="1218693" y="1415337"/>
            <a:chExt cx="9140839" cy="1076554"/>
          </a:xfrm>
        </p:grpSpPr>
        <p:sp>
          <p:nvSpPr>
            <p:cNvPr id="290" name="Google Shape;290;p5"/>
            <p:cNvSpPr/>
            <p:nvPr/>
          </p:nvSpPr>
          <p:spPr>
            <a:xfrm>
              <a:off x="3534902" y="1510423"/>
              <a:ext cx="6824630" cy="981468"/>
            </a:xfrm>
            <a:prstGeom prst="roundRect">
              <a:avLst>
                <a:gd fmla="val 16667" name="adj"/>
              </a:avLst>
            </a:prstGeom>
            <a:solidFill>
              <a:srgbClr val="E1F7FF"/>
            </a:solidFill>
            <a:ln cap="flat" cmpd="sng" w="28575">
              <a:solidFill>
                <a:schemeClr val="accent4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Statistics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 a branch of Mathematics that deals with collection, analyzing, and interpreting large amounts of data.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 result for what png" id="291" name="Google Shape;29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18693" y="1415337"/>
              <a:ext cx="2355313" cy="92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" name="Google Shape;292;p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293" name="Google Shape;293;p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294" name="Google Shape;294;p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6" name="Google Shape;296;p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297" name="Google Shape;297;p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99" name="Google Shape;2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307" name="Google Shape;307;p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310" name="Google Shape;310;p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1407452" y="4945021"/>
            <a:ext cx="939501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rPr>
              <a:t>Why is </a:t>
            </a: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Statistics </a:t>
            </a:r>
            <a:r>
              <a:rPr b="1" i="0" lang="en-US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rPr>
              <a:t>important?</a:t>
            </a:r>
            <a:endParaRPr b="0" i="0" sz="5333" u="none" cap="none" strike="noStrike">
              <a:solidFill>
                <a:srgbClr val="4DA3D8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314" name="Google Shape;3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140" y="1297554"/>
            <a:ext cx="2807718" cy="2807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Why is Statistics important?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0" name="Google Shape;320;p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321" name="Google Shape;321;p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322" name="Google Shape;322;p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325" name="Google Shape;325;p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7" name="Google Shape;327;p7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us to derive knowledge from large datasets and this knowledge can then be used to make predictions, decisions, classifications etc.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336" name="Google Shape;336;p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339" name="Google Shape;339;p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8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343" name="Google Shape;343;p8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3F3F3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Where is </a:t>
              </a: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Statistics</a:t>
              </a: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</a:t>
              </a:r>
              <a:r>
                <a:rPr b="1" i="0" lang="en-US" sz="5333" u="none" cap="none" strike="noStrike">
                  <a:solidFill>
                    <a:srgbClr val="3F3F3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used?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344" name="Google Shape;34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Where is Statistics used?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1984281" y="4507896"/>
            <a:ext cx="20563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Medical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352" name="Google Shape;352;p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353" name="Google Shape;353;p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5" name="Google Shape;355;p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356" name="Google Shape;356;p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8" name="Google Shape;358;p9"/>
          <p:cNvSpPr/>
          <p:nvPr/>
        </p:nvSpPr>
        <p:spPr>
          <a:xfrm>
            <a:off x="4332845" y="4522878"/>
            <a:ext cx="1831248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 Market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497030" y="4507895"/>
            <a:ext cx="1741584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Projection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6454" y="2780514"/>
            <a:ext cx="1422156" cy="142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6035" y="2900544"/>
            <a:ext cx="1400108" cy="1400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1502" y="2932405"/>
            <a:ext cx="1351668" cy="135166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/>
          <p:nvPr/>
        </p:nvSpPr>
        <p:spPr>
          <a:xfrm>
            <a:off x="8608727" y="4531590"/>
            <a:ext cx="185297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Weather Forecasting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32847" y="2956100"/>
            <a:ext cx="1351668" cy="135166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9"/>
          <p:cNvSpPr/>
          <p:nvPr/>
        </p:nvSpPr>
        <p:spPr>
          <a:xfrm>
            <a:off x="2389740" y="1308988"/>
            <a:ext cx="7451115" cy="981468"/>
          </a:xfrm>
          <a:prstGeom prst="roundRect">
            <a:avLst>
              <a:gd fmla="val 16667" name="adj"/>
            </a:avLst>
          </a:prstGeom>
          <a:solidFill>
            <a:srgbClr val="E1F7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are used in various fields, some of them are: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371" name="Google Shape;371;p1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374" name="Google Shape;374;p1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p1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0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378" name="Google Shape;378;p10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Sampling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379" name="Google Shape;37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5" name="Google Shape;385;p11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386" name="Google Shape;386;p1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387" name="Google Shape;387;p1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9" name="Google Shape;389;p1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390" name="Google Shape;390;p1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2" name="Google Shape;392;p11"/>
          <p:cNvSpPr/>
          <p:nvPr/>
        </p:nvSpPr>
        <p:spPr>
          <a:xfrm>
            <a:off x="2389740" y="1308988"/>
            <a:ext cx="7451115" cy="981468"/>
          </a:xfrm>
          <a:prstGeom prst="roundRect">
            <a:avLst>
              <a:gd fmla="val 16667" name="adj"/>
            </a:avLst>
          </a:prstGeom>
          <a:solidFill>
            <a:srgbClr val="E1F7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Sampling is the process of collecting data to perform analysis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1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01" name="Google Shape;401;p1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04" name="Google Shape;404;p1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" name="Google Shape;406;p1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2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08" name="Google Shape;408;p12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Sample</a:t>
              </a: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</a:t>
              </a:r>
              <a:r>
                <a:rPr b="1" i="0" lang="en-US" sz="5333" u="none" cap="none" strike="noStrike">
                  <a:solidFill>
                    <a:schemeClr val="dk1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vs</a:t>
              </a: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 </a:t>
              </a: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Population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09" name="Google Shape;40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13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415" name="Google Shape;415;p1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416" name="Google Shape;416;p1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8" name="Google Shape;418;p1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419" name="Google Shape;419;p1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1" name="Google Shape;421;p13"/>
          <p:cNvSpPr/>
          <p:nvPr/>
        </p:nvSpPr>
        <p:spPr>
          <a:xfrm>
            <a:off x="1329844" y="1429921"/>
            <a:ext cx="9532312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entire dataset such as the whole population of a country,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subset of that population which is analyzed to make inferences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479084" y="227295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Sample vs Population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3" name="Google Shape;4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7619" y="3517350"/>
            <a:ext cx="1957994" cy="195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8340" y="3268964"/>
            <a:ext cx="2272365" cy="2272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12434" y="3517350"/>
            <a:ext cx="2064347" cy="2064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1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31" name="Google Shape;431;p1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1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34" name="Google Shape;434;p1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7" name="Google Shape;437;p14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38" name="Google Shape;438;p14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Random Sampling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39" name="Google Shape;43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Random 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5" name="Google Shape;445;p1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446" name="Google Shape;446;p1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447" name="Google Shape;447;p1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1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450" name="Google Shape;450;p1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452" name="Google Shape;4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400" y="3288728"/>
            <a:ext cx="2144225" cy="21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0519" y="3196231"/>
            <a:ext cx="2128757" cy="21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7920" y="3228092"/>
            <a:ext cx="2055108" cy="205510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5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Sampling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selecting a subset / sample from a population in such a way that every data point is equally likely to be included in the sample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1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61" name="Google Shape;461;p1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1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64" name="Google Shape;464;p1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1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p16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68" name="Google Shape;468;p16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Stratified Sampling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69" name="Google Shape;46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Stratified Sampling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5" name="Google Shape;475;p1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476" name="Google Shape;476;p1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477" name="Google Shape;477;p1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9" name="Google Shape;479;p1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480" name="Google Shape;480;p1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" name="Google Shape;482;p17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Stratified Sampling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dividing your samples into layers or groups and then performing random sampling for each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400" y="3288728"/>
            <a:ext cx="2144225" cy="21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0519" y="3196231"/>
            <a:ext cx="2128757" cy="2128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7920" y="3228092"/>
            <a:ext cx="2055108" cy="2055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1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491" name="Google Shape;491;p1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1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3" name="Google Shape;493;p1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494" name="Google Shape;494;p1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6" name="Google Shape;496;p1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18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498" name="Google Shape;498;p18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4B4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0084B4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Central Tendencies</a:t>
              </a:r>
              <a:endParaRPr b="0" i="0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499" name="Google Shape;499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Central Tendencies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5" name="Google Shape;505;p1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506" name="Google Shape;506;p1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07" name="Google Shape;507;p1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9" name="Google Shape;509;p1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10" name="Google Shape;510;p1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12" name="Google Shape;512;p19"/>
          <p:cNvSpPr/>
          <p:nvPr/>
        </p:nvSpPr>
        <p:spPr>
          <a:xfrm>
            <a:off x="1921853" y="2332383"/>
            <a:ext cx="8438100" cy="1632900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Tendency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 to indicate where does the middle or center of the distribution of our data lies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2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518" name="Google Shape;518;p2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2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521" name="Google Shape;521;p2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" name="Google Shape;523;p2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4" name="Google Shape;524;p20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525" name="Google Shape;525;p20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Mean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526" name="Google Shape;5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21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533" name="Google Shape;533;p2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34" name="Google Shape;534;p2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2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37" name="Google Shape;537;p2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39" name="Google Shape;5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165" y="3249209"/>
            <a:ext cx="1351668" cy="1351668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1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average of the data. In simpler terms it’s the sum of values divided by total number of values. It’s represented by Greek letter Sigma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5267521" y="4829486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2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547" name="Google Shape;547;p2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9" name="Google Shape;549;p2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550" name="Google Shape;550;p2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2" name="Google Shape;552;p2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3" name="Google Shape;553;p22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554" name="Google Shape;554;p22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Mode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555" name="Google Shape;55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1" name="Google Shape;561;p23"/>
          <p:cNvGrpSpPr/>
          <p:nvPr/>
        </p:nvGrpSpPr>
        <p:grpSpPr>
          <a:xfrm>
            <a:off x="-2787433" y="-1755054"/>
            <a:ext cx="5457100" cy="11253617"/>
            <a:chOff x="-2711233" y="-1755054"/>
            <a:chExt cx="5457100" cy="11253617"/>
          </a:xfrm>
        </p:grpSpPr>
        <p:grpSp>
          <p:nvGrpSpPr>
            <p:cNvPr id="562" name="Google Shape;562;p2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63" name="Google Shape;563;p2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5" name="Google Shape;565;p2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66" name="Google Shape;566;p2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68" name="Google Shape;568;p23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used to indicate the most frequent data point, in other words the one which occurs most number of times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5401684" y="4837361"/>
            <a:ext cx="15280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2" y="3293267"/>
            <a:ext cx="1209628" cy="120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576" name="Google Shape;576;p2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579" name="Google Shape;579;p2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2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2" name="Google Shape;582;p24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583" name="Google Shape;583;p24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Median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584" name="Google Shape;584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Median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0" name="Google Shape;590;p2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591" name="Google Shape;591;p2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592" name="Google Shape;592;p2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2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595" name="Google Shape;595;p2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7" name="Google Shape;597;p25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middle of the data. If the data is arranged in ascending order then the data element which occurs right at the center is the median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5337221" y="4948199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866" y="3246484"/>
            <a:ext cx="1351668" cy="135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05" name="Google Shape;605;p2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2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7" name="Google Shape;607;p2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08" name="Google Shape;608;p2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2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0" name="Google Shape;610;p2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26"/>
          <p:cNvGrpSpPr/>
          <p:nvPr/>
        </p:nvGrpSpPr>
        <p:grpSpPr>
          <a:xfrm>
            <a:off x="1341887" y="1327213"/>
            <a:ext cx="9508227" cy="3753967"/>
            <a:chOff x="1342740" y="1904164"/>
            <a:chExt cx="9508227" cy="3753967"/>
          </a:xfrm>
        </p:grpSpPr>
        <p:sp>
          <p:nvSpPr>
            <p:cNvPr id="612" name="Google Shape;612;p26"/>
            <p:cNvSpPr txBox="1"/>
            <p:nvPr/>
          </p:nvSpPr>
          <p:spPr>
            <a:xfrm>
              <a:off x="1342740" y="4888856"/>
              <a:ext cx="9508227" cy="769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0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85FF"/>
                </a:buClr>
                <a:buSzPts val="5333"/>
                <a:buFont typeface="Arial"/>
                <a:buNone/>
              </a:pPr>
              <a:r>
                <a:rPr b="1" i="0" lang="en-US" sz="5333" u="none" cap="none" strike="noStrike">
                  <a:solidFill>
                    <a:srgbClr val="2285FF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Variation</a:t>
              </a:r>
              <a:endParaRPr b="0" i="0" sz="5333" u="none" cap="none" strike="noStrike">
                <a:solidFill>
                  <a:srgbClr val="3F3F3F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pic>
          <p:nvPicPr>
            <p:cNvPr id="613" name="Google Shape;613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94521" y="1904164"/>
              <a:ext cx="2202957" cy="22029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Variation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2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620" name="Google Shape;620;p2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621" name="Google Shape;621;p2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3" name="Google Shape;623;p2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624" name="Google Shape;624;p2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6" name="Google Shape;626;p27"/>
          <p:cNvSpPr/>
          <p:nvPr/>
        </p:nvSpPr>
        <p:spPr>
          <a:xfrm>
            <a:off x="1888723" y="1392483"/>
            <a:ext cx="8438185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statistics is used to show how data is dispersed, or spread out. Several measures of variation are used in statistics.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7"/>
          <p:cNvSpPr/>
          <p:nvPr/>
        </p:nvSpPr>
        <p:spPr>
          <a:xfrm>
            <a:off x="2002659" y="4830276"/>
            <a:ext cx="1484612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7"/>
          <p:cNvSpPr/>
          <p:nvPr/>
        </p:nvSpPr>
        <p:spPr>
          <a:xfrm>
            <a:off x="5401684" y="4837361"/>
            <a:ext cx="15280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Quartiles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8858641" y="4837362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2" y="3293267"/>
            <a:ext cx="1209628" cy="1209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9892" y="3200769"/>
            <a:ext cx="1400108" cy="1400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9867" y="3232630"/>
            <a:ext cx="1351668" cy="135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2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38" name="Google Shape;638;p2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2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p2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41" name="Google Shape;641;p2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2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3" name="Google Shape;643;p2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455" y="1240891"/>
            <a:ext cx="3041090" cy="3041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Range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2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652" name="Google Shape;652;p2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653" name="Google Shape;653;p2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2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5" name="Google Shape;655;p2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656" name="Google Shape;656;p2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2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58" name="Google Shape;658;p29"/>
          <p:cNvSpPr/>
          <p:nvPr/>
        </p:nvSpPr>
        <p:spPr>
          <a:xfrm>
            <a:off x="1616714" y="2499937"/>
            <a:ext cx="8958571" cy="1677478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difference between the highest and the lowest values in our dataset. Range tells us the distance between the lowest and highest values in our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oogle Shape;663;p3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64" name="Google Shape;664;p3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6" name="Google Shape;666;p3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67" name="Google Shape;667;p3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9" name="Google Shape;669;p3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 txBox="1"/>
          <p:nvPr/>
        </p:nvSpPr>
        <p:spPr>
          <a:xfrm>
            <a:off x="1352772" y="4356848"/>
            <a:ext cx="9486456" cy="1452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Percentiles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Percentiles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7" name="Google Shape;677;p31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678" name="Google Shape;678;p3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679" name="Google Shape;679;p3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3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1" name="Google Shape;681;p3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682" name="Google Shape;682;p3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4" name="Google Shape;684;p31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Percentiles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scores that are used to describe a value below which some Observations fall.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E.g.: If X is at 70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 it mean 70% of other data points from our sample are below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5" name="Google Shape;68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651" y="2780514"/>
            <a:ext cx="2736695" cy="2736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3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691" name="Google Shape;691;p3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3" name="Google Shape;693;p3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694" name="Google Shape;694;p3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6" name="Google Shape;696;p3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2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Quartiles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8" name="Google Shape;6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3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Quartiles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4" name="Google Shape;704;p33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05" name="Google Shape;705;p3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06" name="Google Shape;706;p3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3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09" name="Google Shape;709;p3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1" name="Google Shape;711;p33"/>
          <p:cNvSpPr/>
          <p:nvPr/>
        </p:nvSpPr>
        <p:spPr>
          <a:xfrm>
            <a:off x="1628745" y="1392483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Quartiles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used to break the data into 4 parts so as to better find the spread of data in a way that is less influenced by outliers.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1616714" y="2333739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Quartiles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expressed in percentiles. 1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Quartile is 25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Percentile, 2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Quartile is 50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 (Median) and 3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Quartile is 75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Percentile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951" y="3274995"/>
            <a:ext cx="2760097" cy="2400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3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719" name="Google Shape;719;p3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1" name="Google Shape;721;p3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722" name="Google Shape;722;p3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4" name="Google Shape;724;p3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4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Interquartile Range (IQR)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6" name="Google Shape;7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Interquartile Range (IQR)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2" name="Google Shape;732;p3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33" name="Google Shape;733;p3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34" name="Google Shape;734;p3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6" name="Google Shape;736;p3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37" name="Google Shape;737;p3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9" name="Google Shape;739;p35"/>
          <p:cNvSpPr/>
          <p:nvPr/>
        </p:nvSpPr>
        <p:spPr>
          <a:xfrm>
            <a:off x="1628745" y="1392483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Interquartile Range (IQR)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difference between the lower and upper quartile. This gives us a better idea of the range of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0" name="Google Shape;740;p35"/>
          <p:cNvPicPr preferRelativeResize="0"/>
          <p:nvPr/>
        </p:nvPicPr>
        <p:blipFill rotWithShape="1">
          <a:blip r:embed="rId3">
            <a:alphaModFix/>
          </a:blip>
          <a:srcRect b="0" l="0" r="0" t="70936"/>
          <a:stretch/>
        </p:blipFill>
        <p:spPr>
          <a:xfrm>
            <a:off x="3802975" y="2865431"/>
            <a:ext cx="4610125" cy="12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3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746" name="Google Shape;746;p3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p3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749" name="Google Shape;749;p3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1" name="Google Shape;751;p3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Standard Variance and Standard Deviation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3" name="Google Shape;75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7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Standard Variance and Standard Deviation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9" name="Google Shape;759;p37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60" name="Google Shape;760;p3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61" name="Google Shape;761;p3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3" name="Google Shape;763;p3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64" name="Google Shape;764;p3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6" name="Google Shape;766;p37"/>
          <p:cNvSpPr/>
          <p:nvPr/>
        </p:nvSpPr>
        <p:spPr>
          <a:xfrm>
            <a:off x="1628745" y="1392483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Variance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measures how far a set of numbers are spread out from their average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1616714" y="244970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Deviation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express the magnitude by which the members of a group differ from the mean value for the group.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ariance and Standard Deviation of a Sample" id="768" name="Google Shape;7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9630" y="4675286"/>
            <a:ext cx="4876800" cy="1504951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7"/>
          <p:cNvSpPr/>
          <p:nvPr/>
        </p:nvSpPr>
        <p:spPr>
          <a:xfrm>
            <a:off x="1616713" y="3504179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Deviation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square root of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Standard Variance.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wipe dir="l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3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775" name="Google Shape;775;p3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7" name="Google Shape;777;p3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778" name="Google Shape;778;p3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0" name="Google Shape;780;p3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2" name="Google Shape;78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8" name="Google Shape;788;p39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789" name="Google Shape;789;p39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790" name="Google Shape;790;p39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2" name="Google Shape;792;p39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793" name="Google Shape;793;p39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9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95" name="Google Shape;795;p39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that is a measure of the strength of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rrelation - Overview, Formula, and Practical Example" id="796" name="Google Shape;79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861" y="3472620"/>
            <a:ext cx="7702344" cy="1971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40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02" name="Google Shape;802;p4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4" name="Google Shape;804;p40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05" name="Google Shape;805;p40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40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7" name="Google Shape;807;p40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40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Positive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Positive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5" name="Google Shape;815;p41"/>
          <p:cNvGrpSpPr/>
          <p:nvPr/>
        </p:nvGrpSpPr>
        <p:grpSpPr>
          <a:xfrm>
            <a:off x="-2192908" y="-1503916"/>
            <a:ext cx="5457100" cy="11253617"/>
            <a:chOff x="-2711233" y="-1755054"/>
            <a:chExt cx="5457100" cy="11253617"/>
          </a:xfrm>
        </p:grpSpPr>
        <p:grpSp>
          <p:nvGrpSpPr>
            <p:cNvPr id="816" name="Google Shape;816;p41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817" name="Google Shape;817;p41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4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9" name="Google Shape;819;p41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820" name="Google Shape;820;p41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41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2" name="Google Shape;822;p41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that is used to describe a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1"/>
          <p:cNvSpPr/>
          <p:nvPr/>
        </p:nvSpPr>
        <p:spPr>
          <a:xfrm>
            <a:off x="5395945" y="4853342"/>
            <a:ext cx="1484612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4" name="Google Shape;82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945" y="3314201"/>
            <a:ext cx="1400108" cy="1400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oogle Shape;829;p42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30" name="Google Shape;830;p4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4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2" name="Google Shape;832;p42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33" name="Google Shape;833;p42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2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Google Shape;835;p42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2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No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0300" y="1737062"/>
            <a:ext cx="2311400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3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No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3" name="Google Shape;843;p43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844" name="Google Shape;844;p43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845" name="Google Shape;845;p43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4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7" name="Google Shape;847;p43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848" name="Google Shape;848;p43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43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0" name="Google Shape;850;p43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used to describe no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43"/>
          <p:cNvSpPr/>
          <p:nvPr/>
        </p:nvSpPr>
        <p:spPr>
          <a:xfrm>
            <a:off x="5401684" y="4837361"/>
            <a:ext cx="1528033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602" y="3293267"/>
            <a:ext cx="1209628" cy="1209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oogle Shape;857;p44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58" name="Google Shape;858;p4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0" name="Google Shape;860;p44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61" name="Google Shape;861;p44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44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3" name="Google Shape;863;p44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4"/>
          <p:cNvSpPr txBox="1"/>
          <p:nvPr/>
        </p:nvSpPr>
        <p:spPr>
          <a:xfrm>
            <a:off x="1352772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Negative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5" name="Google Shape;86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521" y="1904164"/>
            <a:ext cx="2202957" cy="220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/>
          <p:nvPr/>
        </p:nvSpPr>
        <p:spPr>
          <a:xfrm>
            <a:off x="479084" y="227295"/>
            <a:ext cx="887446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365A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Negative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1" name="Google Shape;871;p45"/>
          <p:cNvGrpSpPr/>
          <p:nvPr/>
        </p:nvGrpSpPr>
        <p:grpSpPr>
          <a:xfrm>
            <a:off x="-2711233" y="-1755054"/>
            <a:ext cx="5457100" cy="11253617"/>
            <a:chOff x="-2711233" y="-1755054"/>
            <a:chExt cx="5457100" cy="11253617"/>
          </a:xfrm>
        </p:grpSpPr>
        <p:grpSp>
          <p:nvGrpSpPr>
            <p:cNvPr id="872" name="Google Shape;872;p45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873" name="Google Shape;873;p45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4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5" name="Google Shape;875;p45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876" name="Google Shape;876;p45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45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8" name="Google Shape;878;p45"/>
          <p:cNvSpPr/>
          <p:nvPr/>
        </p:nvSpPr>
        <p:spPr>
          <a:xfrm>
            <a:off x="1616714" y="1430238"/>
            <a:ext cx="8958571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 cap="flat" cmpd="sng" w="28575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Correlation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term that is used to describe the strength of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relationship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quantitative variables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5"/>
          <p:cNvSpPr/>
          <p:nvPr/>
        </p:nvSpPr>
        <p:spPr>
          <a:xfrm>
            <a:off x="5337221" y="4853025"/>
            <a:ext cx="1656957" cy="636031"/>
          </a:xfrm>
          <a:prstGeom prst="roundRect">
            <a:avLst>
              <a:gd fmla="val 16667" name="adj"/>
            </a:avLst>
          </a:prstGeom>
          <a:solidFill>
            <a:srgbClr val="EFFBFF"/>
          </a:solidFill>
          <a:ln>
            <a:noFill/>
          </a:ln>
          <a:effectLst>
            <a:outerShdw blurRad="149987" algn="ctr" dir="8460000" dist="250190">
              <a:srgbClr val="000000">
                <a:alpha val="2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Correlation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0" name="Google Shape;8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866" y="3349739"/>
            <a:ext cx="1351668" cy="1351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5" name="Google Shape;885;p46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886" name="Google Shape;886;p4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p46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889" name="Google Shape;889;p46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6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1" name="Google Shape;891;p46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6"/>
          <p:cNvSpPr txBox="1"/>
          <p:nvPr/>
        </p:nvSpPr>
        <p:spPr>
          <a:xfrm>
            <a:off x="1352771" y="4628344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4B4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3" name="Google Shape;89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4109" y="990600"/>
            <a:ext cx="3443781" cy="3443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7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Tables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7"/>
          <p:cNvSpPr/>
          <p:nvPr/>
        </p:nvSpPr>
        <p:spPr>
          <a:xfrm>
            <a:off x="978175" y="1801205"/>
            <a:ext cx="10219912" cy="1013791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way of presenting statistical data through a systematic arrangement of the numbers describing some mass phenomenon or process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1" name="Google Shape;901;p47"/>
          <p:cNvGrpSpPr/>
          <p:nvPr/>
        </p:nvGrpSpPr>
        <p:grpSpPr>
          <a:xfrm>
            <a:off x="-1917857" y="-2077661"/>
            <a:ext cx="5457100" cy="11253617"/>
            <a:chOff x="-2711233" y="-1755054"/>
            <a:chExt cx="5457100" cy="11253617"/>
          </a:xfrm>
        </p:grpSpPr>
        <p:grpSp>
          <p:nvGrpSpPr>
            <p:cNvPr id="902" name="Google Shape;902;p47"/>
            <p:cNvGrpSpPr/>
            <p:nvPr/>
          </p:nvGrpSpPr>
          <p:grpSpPr>
            <a:xfrm>
              <a:off x="-2711233" y="-1755054"/>
              <a:ext cx="4953094" cy="4647869"/>
              <a:chOff x="-2711233" y="-1755054"/>
              <a:chExt cx="4953094" cy="4647869"/>
            </a:xfrm>
          </p:grpSpPr>
          <p:sp>
            <p:nvSpPr>
              <p:cNvPr id="903" name="Google Shape;903;p47"/>
              <p:cNvSpPr/>
              <p:nvPr/>
            </p:nvSpPr>
            <p:spPr>
              <a:xfrm rot="2700000">
                <a:off x="-513195" y="-2591763"/>
                <a:ext cx="251792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4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5" name="Google Shape;905;p47"/>
            <p:cNvGrpSpPr/>
            <p:nvPr/>
          </p:nvGrpSpPr>
          <p:grpSpPr>
            <a:xfrm rot="-5400000">
              <a:off x="-2203901" y="4548795"/>
              <a:ext cx="5102381" cy="4797156"/>
              <a:chOff x="-2860520" y="-1904341"/>
              <a:chExt cx="5102381" cy="4797156"/>
            </a:xfrm>
          </p:grpSpPr>
          <p:sp>
            <p:nvSpPr>
              <p:cNvPr id="906" name="Google Shape;906;p47"/>
              <p:cNvSpPr/>
              <p:nvPr/>
            </p:nvSpPr>
            <p:spPr>
              <a:xfrm rot="2700000">
                <a:off x="-693400" y="-2666407"/>
                <a:ext cx="462916" cy="6321287"/>
              </a:xfrm>
              <a:prstGeom prst="rect">
                <a:avLst/>
              </a:prstGeom>
              <a:solidFill>
                <a:srgbClr val="BFAEC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47"/>
              <p:cNvSpPr/>
              <p:nvPr/>
            </p:nvSpPr>
            <p:spPr>
              <a:xfrm rot="2700000">
                <a:off x="-44865" y="-2636504"/>
                <a:ext cx="60703" cy="6321287"/>
              </a:xfrm>
              <a:prstGeom prst="rect">
                <a:avLst/>
              </a:prstGeom>
              <a:solidFill>
                <a:srgbClr val="9E87B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8" name="Google Shape;908;p47"/>
          <p:cNvSpPr/>
          <p:nvPr/>
        </p:nvSpPr>
        <p:spPr>
          <a:xfrm>
            <a:off x="978174" y="3538547"/>
            <a:ext cx="10219911" cy="1013791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table may be regarded as representing a subject and predicate. The meaning of each number is indicated by the headings of the corresponding row and column.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oogle Shape;913;p48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914" name="Google Shape;914;p4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6" name="Google Shape;916;p48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917" name="Google Shape;917;p48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8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9" name="Google Shape;919;p48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8"/>
          <p:cNvSpPr txBox="1"/>
          <p:nvPr/>
        </p:nvSpPr>
        <p:spPr>
          <a:xfrm>
            <a:off x="1352771" y="4966705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4B4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0084B4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" name="Google Shape;9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5373" y="1867092"/>
            <a:ext cx="2761252" cy="276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49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49"/>
          <p:cNvSpPr/>
          <p:nvPr/>
        </p:nvSpPr>
        <p:spPr>
          <a:xfrm>
            <a:off x="1351459" y="1301445"/>
            <a:ext cx="9979149" cy="12939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graph or chart is defined as the pictorial representation of statistical data in graphical form. The statistical graphs are used to represent a set of data to make it easier to understand and interpret statistical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0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0"/>
          <p:cNvSpPr/>
          <p:nvPr/>
        </p:nvSpPr>
        <p:spPr>
          <a:xfrm>
            <a:off x="1351459" y="1301445"/>
            <a:ext cx="9979149" cy="12939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graph or chart is defined as the pictorial representation of statistical data in graphical form. The statistical graphs are used to represent a set of data to make it easier to understand and interpret statistical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0"/>
          <p:cNvSpPr/>
          <p:nvPr/>
        </p:nvSpPr>
        <p:spPr>
          <a:xfrm>
            <a:off x="3816625" y="2814367"/>
            <a:ext cx="4558748" cy="39561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list down the types of 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1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latin typeface="Raleway Light"/>
                <a:ea typeface="Raleway Light"/>
                <a:cs typeface="Raleway Light"/>
                <a:sym typeface="Raleway Light"/>
              </a:rPr>
              <a:t>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1"/>
          <p:cNvSpPr/>
          <p:nvPr/>
        </p:nvSpPr>
        <p:spPr>
          <a:xfrm>
            <a:off x="4929808" y="3429000"/>
            <a:ext cx="2332383" cy="310776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Charts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1.Bar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2.Histogram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3.Pie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4.Box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5.Line Graph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6.Scatter plot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1351459" y="1301445"/>
            <a:ext cx="9979149" cy="12939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statistical graph or chart is defined as the pictorial representation of statistical data in graphical form. The statistical graphs are used to represent a set of data to make it easier to understand and interpret statistical information.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1"/>
          <p:cNvSpPr/>
          <p:nvPr/>
        </p:nvSpPr>
        <p:spPr>
          <a:xfrm>
            <a:off x="3816625" y="2814367"/>
            <a:ext cx="4558748" cy="39561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list down the types of charts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2"/>
          <p:cNvSpPr txBox="1"/>
          <p:nvPr/>
        </p:nvSpPr>
        <p:spPr>
          <a:xfrm>
            <a:off x="243669" y="232280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52"/>
          <p:cNvSpPr/>
          <p:nvPr/>
        </p:nvSpPr>
        <p:spPr>
          <a:xfrm>
            <a:off x="1695450" y="1418786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 charts are among the most frequently used chart types. As the name suggests a bar chart is composed of a series of bars illustrating a variable’s development. Given that bar charts are such a common chart type, people are generally familiar with them and can understand them easily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2"/>
          <p:cNvSpPr txBox="1"/>
          <p:nvPr/>
        </p:nvSpPr>
        <p:spPr>
          <a:xfrm>
            <a:off x="468319" y="194180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1. Bar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54" name="Google Shape;9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844" y="3483052"/>
            <a:ext cx="6259829" cy="3374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3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53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series of bins showing us the frequency of observations of a given variable. The definition of histogram charts is short and easy..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53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2. Histogram</a:t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63" name="Google Shape;96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0744" y="3566160"/>
            <a:ext cx="5852160" cy="329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54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4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 plot, also called the box-and-whisker plot: a way to show the distribution of values based on the five-number summary: minimum, first quartile, median, third quartile, and maximum.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54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3. Box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72" name="Google Shape;97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917" y="3500846"/>
            <a:ext cx="5252190" cy="3357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5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55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pie chart is a circular graph divided into slices. The larger a slice is the bigger portion of the total quantity it represents.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55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4. Pie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81" name="Google Shape;98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0390" y="3427330"/>
            <a:ext cx="4846320" cy="3315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56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56"/>
          <p:cNvSpPr/>
          <p:nvPr/>
        </p:nvSpPr>
        <p:spPr>
          <a:xfrm>
            <a:off x="1695450" y="1390650"/>
            <a:ext cx="889620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line chart is, as one can imagine, a line or multiple lines showing how single, or multiple variables develop over time. It is a great tool because we can easily highlight the magnitude of change of one or more variables over a period.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6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5. Line chart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90" name="Google Shape;99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7369" y="3659679"/>
            <a:ext cx="5745486" cy="3198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8"/>
          <p:cNvSpPr txBox="1"/>
          <p:nvPr/>
        </p:nvSpPr>
        <p:spPr>
          <a:xfrm>
            <a:off x="243669" y="2041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58"/>
          <p:cNvSpPr/>
          <p:nvPr/>
        </p:nvSpPr>
        <p:spPr>
          <a:xfrm>
            <a:off x="1318260" y="1270000"/>
            <a:ext cx="9363710" cy="194310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scatter plot is a type of chart that is often used in the fields of statistics and data science. It consists of multiple data points plotted across two axes. Each variable depicted in a scatter plot would have multiple observations. If a scatter plot includes more than two variables, then we would use different colors to signify that.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8"/>
          <p:cNvSpPr txBox="1"/>
          <p:nvPr/>
        </p:nvSpPr>
        <p:spPr>
          <a:xfrm>
            <a:off x="468319" y="166044"/>
            <a:ext cx="8656800" cy="7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48365A"/>
                </a:solidFill>
                <a:highlight>
                  <a:schemeClr val="lt1"/>
                </a:highlight>
                <a:latin typeface="Raleway Light"/>
                <a:ea typeface="Raleway Light"/>
                <a:cs typeface="Raleway Light"/>
                <a:sym typeface="Raleway Light"/>
              </a:rPr>
              <a:t>7. Scatter plot</a:t>
            </a:r>
            <a:endParaRPr b="1" i="0" sz="3200" u="none" cap="none" strike="noStrike">
              <a:solidFill>
                <a:srgbClr val="48365A"/>
              </a:solidFill>
              <a:highlight>
                <a:schemeClr val="lt1"/>
              </a:highlight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48365A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999" name="Google Shape;99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5645" y="3509756"/>
            <a:ext cx="5225145" cy="2939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4" name="Google Shape;1004;p59"/>
          <p:cNvGrpSpPr/>
          <p:nvPr/>
        </p:nvGrpSpPr>
        <p:grpSpPr>
          <a:xfrm>
            <a:off x="-1601036" y="4281981"/>
            <a:ext cx="5123129" cy="4136170"/>
            <a:chOff x="-1601036" y="4281981"/>
            <a:chExt cx="5123129" cy="4136170"/>
          </a:xfrm>
        </p:grpSpPr>
        <p:sp>
          <p:nvSpPr>
            <p:cNvPr id="1005" name="Google Shape;1005;p59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9E87B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59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7" name="Google Shape;1007;p59"/>
          <p:cNvGrpSpPr/>
          <p:nvPr/>
        </p:nvGrpSpPr>
        <p:grpSpPr>
          <a:xfrm>
            <a:off x="8713178" y="-1553669"/>
            <a:ext cx="5123129" cy="4136170"/>
            <a:chOff x="-1601036" y="4281981"/>
            <a:chExt cx="5123129" cy="4136170"/>
          </a:xfrm>
        </p:grpSpPr>
        <p:sp>
          <p:nvSpPr>
            <p:cNvPr id="1008" name="Google Shape;1008;p59"/>
            <p:cNvSpPr/>
            <p:nvPr/>
          </p:nvSpPr>
          <p:spPr>
            <a:xfrm flipH="1" rot="-3100192">
              <a:off x="977293" y="31132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59"/>
            <p:cNvSpPr/>
            <p:nvPr/>
          </p:nvSpPr>
          <p:spPr>
            <a:xfrm flipH="1" rot="-3100192">
              <a:off x="862993" y="3265623"/>
              <a:ext cx="80771" cy="6321287"/>
            </a:xfrm>
            <a:prstGeom prst="rect">
              <a:avLst/>
            </a:prstGeom>
            <a:solidFill>
              <a:srgbClr val="BFAEC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0" name="Google Shape;1010;p59"/>
          <p:cNvSpPr/>
          <p:nvPr/>
        </p:nvSpPr>
        <p:spPr>
          <a:xfrm rot="2311063">
            <a:off x="-1626879" y="5884252"/>
            <a:ext cx="3018972" cy="1959429"/>
          </a:xfrm>
          <a:prstGeom prst="rect">
            <a:avLst/>
          </a:prstGeom>
          <a:solidFill>
            <a:srgbClr val="BFAFC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9"/>
          <p:cNvSpPr txBox="1"/>
          <p:nvPr/>
        </p:nvSpPr>
        <p:spPr>
          <a:xfrm>
            <a:off x="1352770" y="4772742"/>
            <a:ext cx="9486456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85FF"/>
              </a:buClr>
              <a:buSzPts val="5333"/>
              <a:buFont typeface="Arial"/>
              <a:buNone/>
            </a:pPr>
            <a:r>
              <a:rPr b="1" i="0" lang="en-US" sz="5333" u="none" cap="none" strike="noStrike">
                <a:solidFill>
                  <a:srgbClr val="2285FF"/>
                </a:solidFill>
                <a:latin typeface="Raleway Light"/>
                <a:ea typeface="Raleway Light"/>
                <a:cs typeface="Raleway Light"/>
                <a:sym typeface="Raleway Light"/>
              </a:rPr>
              <a:t>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2" name="Google Shape;101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1816" y="1226016"/>
            <a:ext cx="3208365" cy="3208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wipe dir="l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0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Introduction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0"/>
          <p:cNvSpPr/>
          <p:nvPr/>
        </p:nvSpPr>
        <p:spPr>
          <a:xfrm>
            <a:off x="1197934" y="136499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defines the likelihood of occurrence of an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1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Introduction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1"/>
          <p:cNvSpPr/>
          <p:nvPr/>
        </p:nvSpPr>
        <p:spPr>
          <a:xfrm>
            <a:off x="1197934" y="136499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defines the likelihood of occurrence of an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1"/>
          <p:cNvSpPr/>
          <p:nvPr/>
        </p:nvSpPr>
        <p:spPr>
          <a:xfrm>
            <a:off x="1197934" y="2879470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can be defined as the ratio of the number of favorable outcomes to the total number of outcomes of an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2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Introduction to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2"/>
          <p:cNvSpPr/>
          <p:nvPr/>
        </p:nvSpPr>
        <p:spPr>
          <a:xfrm>
            <a:off x="1197934" y="136499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defines the likelihood of occurrence of an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2"/>
          <p:cNvSpPr/>
          <p:nvPr/>
        </p:nvSpPr>
        <p:spPr>
          <a:xfrm>
            <a:off x="1197934" y="2879470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can be defined as the ratio of the number of favorable outcomes to the total number of outcomes of an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2"/>
          <p:cNvSpPr/>
          <p:nvPr/>
        </p:nvSpPr>
        <p:spPr>
          <a:xfrm>
            <a:off x="1197299" y="4393945"/>
            <a:ext cx="9796132" cy="769275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can be defined as the ratio of the number of favorable outcomes to the total number of outcomes of an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3"/>
          <p:cNvSpPr txBox="1"/>
          <p:nvPr/>
        </p:nvSpPr>
        <p:spPr>
          <a:xfrm>
            <a:off x="433331" y="204144"/>
            <a:ext cx="8656657" cy="769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487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604878"/>
                </a:solidFill>
                <a:latin typeface="Raleway Light"/>
                <a:ea typeface="Raleway Light"/>
                <a:cs typeface="Raleway Light"/>
                <a:sym typeface="Raleway Light"/>
              </a:rPr>
              <a:t>Probability</a:t>
            </a:r>
            <a:r>
              <a:rPr b="1" i="0" lang="en-US" sz="3200" u="none" cap="none" strike="noStrike">
                <a:solidFill>
                  <a:srgbClr val="60487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3"/>
          <p:cNvSpPr/>
          <p:nvPr/>
        </p:nvSpPr>
        <p:spPr>
          <a:xfrm>
            <a:off x="1198245" y="1365250"/>
            <a:ext cx="9796145" cy="3916680"/>
          </a:xfrm>
          <a:prstGeom prst="roundRect">
            <a:avLst>
              <a:gd fmla="val 16667" name="adj"/>
            </a:avLst>
          </a:prstGeom>
          <a:solidFill>
            <a:srgbClr val="DDFDFF"/>
          </a:solidFill>
          <a:ln cap="flat" cmpd="sng" w="12700">
            <a:solidFill>
              <a:schemeClr val="accent2"/>
            </a:solidFill>
            <a:prstDash val="dash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an experiment having 'n' number of outcomes, the number of favorable outcomes can be denoted by x. The formula to calculate the probability of an event is as follows.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Probability(Event) =   Favorable 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Total Outcomes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4" name="Google Shape;1044;p63"/>
          <p:cNvCxnSpPr/>
          <p:nvPr/>
        </p:nvCxnSpPr>
        <p:spPr>
          <a:xfrm>
            <a:off x="6162040" y="3815080"/>
            <a:ext cx="2134235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667" y="476608"/>
            <a:ext cx="3386667" cy="1180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80"/>
          <p:cNvGrpSpPr/>
          <p:nvPr/>
        </p:nvGrpSpPr>
        <p:grpSpPr>
          <a:xfrm>
            <a:off x="1233192" y="2207553"/>
            <a:ext cx="9697359" cy="4111463"/>
            <a:chOff x="591670" y="2090218"/>
            <a:chExt cx="10675867" cy="4526327"/>
          </a:xfrm>
        </p:grpSpPr>
        <p:pic>
          <p:nvPicPr>
            <p:cNvPr id="1052" name="Google Shape;1052;p80"/>
            <p:cNvPicPr preferRelativeResize="0"/>
            <p:nvPr/>
          </p:nvPicPr>
          <p:blipFill rotWithShape="1">
            <a:blip r:embed="rId4">
              <a:alphaModFix/>
            </a:blip>
            <a:srcRect b="10935" l="0" r="0" t="13663"/>
            <a:stretch/>
          </p:blipFill>
          <p:spPr>
            <a:xfrm>
              <a:off x="591670" y="2090218"/>
              <a:ext cx="10652248" cy="45263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3" name="Google Shape;1053;p80"/>
            <p:cNvSpPr txBox="1"/>
            <p:nvPr/>
          </p:nvSpPr>
          <p:spPr>
            <a:xfrm>
              <a:off x="6880643" y="2451478"/>
              <a:ext cx="2878665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7F09"/>
                  </a:solidFill>
                  <a:latin typeface="Raleway"/>
                  <a:ea typeface="Raleway"/>
                  <a:cs typeface="Raleway"/>
                  <a:sym typeface="Raleway"/>
                </a:rPr>
                <a:t>India: +91-7847955955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80"/>
            <p:cNvSpPr txBox="1"/>
            <p:nvPr/>
          </p:nvSpPr>
          <p:spPr>
            <a:xfrm>
              <a:off x="6880643" y="3152473"/>
              <a:ext cx="4161288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7F09"/>
                  </a:solidFill>
                  <a:latin typeface="Raleway"/>
                  <a:ea typeface="Raleway"/>
                  <a:cs typeface="Raleway"/>
                  <a:sym typeface="Raleway"/>
                </a:rPr>
                <a:t>US: 1-800-216-8930 (TOLL FREE)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80"/>
            <p:cNvSpPr txBox="1"/>
            <p:nvPr/>
          </p:nvSpPr>
          <p:spPr>
            <a:xfrm>
              <a:off x="6880643" y="4099242"/>
              <a:ext cx="3175144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7671B3"/>
                  </a:solidFill>
                  <a:latin typeface="Raleway"/>
                  <a:ea typeface="Raleway"/>
                  <a:cs typeface="Raleway"/>
                  <a:sym typeface="Raleway"/>
                </a:rPr>
                <a:t>support@intellipaat.com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80"/>
            <p:cNvSpPr txBox="1"/>
            <p:nvPr/>
          </p:nvSpPr>
          <p:spPr>
            <a:xfrm>
              <a:off x="6880643" y="5486326"/>
              <a:ext cx="4386894" cy="406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C8478"/>
                  </a:solidFill>
                  <a:latin typeface="Raleway"/>
                  <a:ea typeface="Raleway"/>
                  <a:cs typeface="Raleway"/>
                  <a:sym typeface="Raleway"/>
                </a:rPr>
                <a:t>24/7 Chat with Our Course Advisor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80"/>
          <p:cNvSpPr/>
          <p:nvPr/>
        </p:nvSpPr>
        <p:spPr>
          <a:xfrm>
            <a:off x="9668539" y="14177"/>
            <a:ext cx="2509284" cy="116550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8" name="Google Shape;1058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825" y="-4297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0"/>
          <p:cNvSpPr/>
          <p:nvPr/>
        </p:nvSpPr>
        <p:spPr>
          <a:xfrm>
            <a:off x="6945742" y="4032438"/>
            <a:ext cx="2884123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0"/>
          <p:cNvSpPr/>
          <p:nvPr/>
        </p:nvSpPr>
        <p:spPr>
          <a:xfrm>
            <a:off x="6945742" y="4028628"/>
            <a:ext cx="257749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671B3"/>
                </a:solidFill>
                <a:latin typeface="Calibri"/>
                <a:ea typeface="Calibri"/>
                <a:cs typeface="Calibri"/>
                <a:sym typeface="Calibri"/>
              </a:rPr>
              <a:t>sales@intellipaat.com</a:t>
            </a:r>
            <a:endParaRPr b="1" i="0" sz="1400" u="none" cap="none" strike="noStrike">
              <a:solidFill>
                <a:srgbClr val="7671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seño personalizado">
  <a:themeElements>
    <a:clrScheme name="Custom 12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323232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iseño personalizado">
  <a:themeElements>
    <a:clrScheme name="Custom 4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FFFFFF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_Diseño personalizado">
  <a:themeElements>
    <a:clrScheme name="Custom 4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604878"/>
      </a:accent2>
      <a:accent3>
        <a:srgbClr val="6B9F25"/>
      </a:accent3>
      <a:accent4>
        <a:srgbClr val="1B587C"/>
      </a:accent4>
      <a:accent5>
        <a:srgbClr val="00B0F0"/>
      </a:accent5>
      <a:accent6>
        <a:srgbClr val="FFFFFF"/>
      </a:accent6>
      <a:hlink>
        <a:srgbClr val="4E8542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2019-10-23T05:33:26Z</dcterms:created>
  <dc:creator>Intellipaat-Team</dc:creator>
</cp:coreProperties>
</file>