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R3Bs/Z29G/LXIZI9LBJkI1BG8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c7c00df0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c7c00df0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3b0a4ea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3b0a4ea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7c00df0a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7c00df0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rgbClr val="6AA84F"/>
                </a:solidFill>
              </a:rPr>
              <a:t>Linear Algebra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</a:rPr>
              <a:t>What is Linear Algebra?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233900" y="1257050"/>
            <a:ext cx="8520600" cy="34164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Linear algebra is a branch of mathematics that deals with linear equations and their representations in the vector space using matrices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</a:rPr>
              <a:t>Example: 7 cups of coffee and 4 pieces of toast cost ₹655. 5 cups of coffee and 3 pieces of toast cost ₹475. Find the cost of each item?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chemeClr val="dk1"/>
                </a:solidFill>
              </a:rPr>
              <a:t>7x + 4y - 655 = 0</a:t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i="1" lang="en">
                <a:solidFill>
                  <a:schemeClr val="dk1"/>
                </a:solidFill>
              </a:rPr>
              <a:t>5x + 3y - 475 = 0</a:t>
            </a:r>
            <a:endParaRPr b="1" i="1">
              <a:solidFill>
                <a:schemeClr val="dk1"/>
              </a:solidFill>
            </a:endParaRPr>
          </a:p>
        </p:txBody>
      </p:sp>
      <p:cxnSp>
        <p:nvCxnSpPr>
          <p:cNvPr id="61" name="Google Shape;61;p2"/>
          <p:cNvCxnSpPr/>
          <p:nvPr/>
        </p:nvCxnSpPr>
        <p:spPr>
          <a:xfrm>
            <a:off x="2184000" y="3170175"/>
            <a:ext cx="1199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" name="Google Shape;62;p2"/>
          <p:cNvSpPr txBox="1"/>
          <p:nvPr/>
        </p:nvSpPr>
        <p:spPr>
          <a:xfrm>
            <a:off x="3761525" y="2669525"/>
            <a:ext cx="59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629275" y="2716750"/>
            <a:ext cx="160500" cy="800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 flipH="1">
            <a:off x="4196225" y="2716750"/>
            <a:ext cx="160500" cy="800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27925" y="2716750"/>
            <a:ext cx="160500" cy="800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 flipH="1">
            <a:off x="5027400" y="2716750"/>
            <a:ext cx="160500" cy="800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480700" y="2716750"/>
            <a:ext cx="1085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655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475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311700" y="76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</a:rPr>
              <a:t>Types of  Matrix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649300"/>
            <a:ext cx="8428000" cy="433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63600" y="13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</a:rPr>
              <a:t>1.a Square Matrix-Determinant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415650" y="705975"/>
            <a:ext cx="8416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square matrix is an n×n matrix; that is, it has the same number of rows as columns.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determinant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important property of square matrices.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Similarly, in the case of a 3×3 matrix, the determinant is: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638" y="1876750"/>
            <a:ext cx="732472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7c00df0a9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Determinant of a Matrix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363600" y="13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</a:rPr>
              <a:t>1.b Square Matrix-Transpose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415650" y="705975"/>
            <a:ext cx="8416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= [a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be an m × n matrix, then the matrix obtained by interchanging the rows and columns of A would be the transpose of A.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denoted by A′ or (A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350" y="2160150"/>
            <a:ext cx="523875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363600" y="13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</a:rPr>
              <a:t>1.c Square Matrix-Inverse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415650" y="705975"/>
            <a:ext cx="841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is a square matrix of order m, and if there exists another square matrix B of the same order m, such that AB = BA = I,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B is called the inverse matrix of A and it is denoted by A</a:t>
            </a:r>
            <a:r>
              <a:rPr b="0" baseline="3000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 b="0" baseline="30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0225" y="1604650"/>
            <a:ext cx="6163549" cy="330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3b0a4eaa0_0_0"/>
          <p:cNvSpPr txBox="1"/>
          <p:nvPr/>
        </p:nvSpPr>
        <p:spPr>
          <a:xfrm>
            <a:off x="362975" y="321675"/>
            <a:ext cx="6356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Eigen Value and Eigen vector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