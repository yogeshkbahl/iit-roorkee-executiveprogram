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2" r:id="rId2"/>
    <p:sldMasterId id="2147483658" r:id="rId3"/>
    <p:sldMasterId id="2147483692" r:id="rId4"/>
  </p:sldMasterIdLst>
  <p:notesMasterIdLst>
    <p:notesMasterId r:id="rId71"/>
  </p:notesMasterIdLst>
  <p:sldIdLst>
    <p:sldId id="256" r:id="rId5"/>
    <p:sldId id="257" r:id="rId6"/>
    <p:sldId id="258" r:id="rId7"/>
    <p:sldId id="259" r:id="rId8"/>
    <p:sldId id="260" r:id="rId9"/>
    <p:sldId id="261" r:id="rId10"/>
    <p:sldId id="262" r:id="rId11"/>
    <p:sldId id="263" r:id="rId12"/>
    <p:sldId id="264" r:id="rId13"/>
    <p:sldId id="266" r:id="rId14"/>
    <p:sldId id="267" r:id="rId15"/>
    <p:sldId id="268" r:id="rId16"/>
    <p:sldId id="270"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23" r:id="rId60"/>
    <p:sldId id="324" r:id="rId61"/>
    <p:sldId id="325" r:id="rId62"/>
    <p:sldId id="326" r:id="rId63"/>
    <p:sldId id="327" r:id="rId64"/>
    <p:sldId id="328" r:id="rId65"/>
    <p:sldId id="329" r:id="rId66"/>
    <p:sldId id="330" r:id="rId67"/>
    <p:sldId id="331" r:id="rId68"/>
    <p:sldId id="332" r:id="rId69"/>
    <p:sldId id="333" r:id="rId70"/>
  </p:sldIdLst>
  <p:sldSz cx="12192000" cy="6858000"/>
  <p:notesSz cx="6858000" cy="9144000"/>
  <p:embeddedFontLst>
    <p:embeddedFont>
      <p:font typeface="Calibri" panose="020F0502020204030204" pitchFamily="34" charset="0"/>
      <p:regular r:id="rId72"/>
      <p:bold r:id="rId73"/>
      <p:italic r:id="rId74"/>
      <p:boldItalic r:id="rId75"/>
    </p:embeddedFont>
    <p:embeddedFont>
      <p:font typeface="Lato" panose="020F0502020204030203" pitchFamily="34" charset="0"/>
      <p:regular r:id="rId76"/>
      <p:bold r:id="rId77"/>
      <p:italic r:id="rId78"/>
      <p:boldItalic r:id="rId79"/>
    </p:embeddedFont>
    <p:embeddedFont>
      <p:font typeface="Raleway" pitchFamily="2" charset="0"/>
      <p:regular r:id="rId80"/>
      <p:bold r:id="rId81"/>
      <p:italic r:id="rId82"/>
      <p:boldItalic r:id="rId83"/>
    </p:embeddedFont>
    <p:embeddedFont>
      <p:font typeface="Raleway Black" pitchFamily="2" charset="0"/>
      <p:bold r:id="rId84"/>
      <p:boldItalic r:id="rId85"/>
    </p:embeddedFont>
    <p:embeddedFont>
      <p:font typeface="Raleway Light" pitchFamily="2" charset="0"/>
      <p:regular r:id="rId86"/>
      <p:bold r:id="rId87"/>
      <p:italic r:id="rId88"/>
      <p:boldItalic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56F0FBC1-DA20-4DF0-9A32-619994991512}">
          <p14:sldIdLst>
            <p14:sldId id="256"/>
            <p14:sldId id="257"/>
            <p14:sldId id="258"/>
            <p14:sldId id="259"/>
            <p14:sldId id="260"/>
            <p14:sldId id="261"/>
            <p14:sldId id="262"/>
            <p14:sldId id="263"/>
            <p14:sldId id="264"/>
            <p14:sldId id="266"/>
            <p14:sldId id="267"/>
            <p14:sldId id="268"/>
            <p14:sldId id="270"/>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23"/>
            <p14:sldId id="324"/>
            <p14:sldId id="325"/>
            <p14:sldId id="326"/>
            <p14:sldId id="327"/>
            <p14:sldId id="328"/>
            <p14:sldId id="329"/>
            <p14:sldId id="330"/>
            <p14:sldId id="331"/>
            <p14:sldId id="332"/>
            <p14:sldId id="333"/>
          </p14:sldIdLst>
        </p14:section>
      </p14:sectionLst>
    </p:ext>
    <p:ext uri="{EFAFB233-063F-42B5-8137-9DF3F51BA10A}">
      <p15:sldGuideLst xmlns:p15="http://schemas.microsoft.com/office/powerpoint/2012/main">
        <p15:guide id="1" orient="horz" pos="1026">
          <p15:clr>
            <a:srgbClr val="A4A3A4"/>
          </p15:clr>
        </p15:guide>
        <p15:guide id="2" pos="3659">
          <p15:clr>
            <a:srgbClr val="A4A3A4"/>
          </p15:clr>
        </p15:guide>
        <p15:guide id="3" orient="horz" pos="2772">
          <p15:clr>
            <a:srgbClr val="A4A3A4"/>
          </p15:clr>
        </p15:guide>
        <p15:guide id="4" pos="5473">
          <p15:clr>
            <a:srgbClr val="A4A3A4"/>
          </p15:clr>
        </p15:guide>
        <p15:guide id="5" orient="horz" pos="3928">
          <p15:clr>
            <a:srgbClr val="A4A3A4"/>
          </p15:clr>
        </p15:guide>
        <p15:guide id="6" pos="726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2" roundtripDataSignature="AMtx7miWAHR/UfEZBq8UZ5O/Ca/QAvT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5F09473-F245-49D5-B950-E14C9893E584}">
  <a:tblStyle styleId="{E5F09473-F245-49D5-B950-E14C9893E584}"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CECE6"/>
          </a:solidFill>
        </a:fill>
      </a:tcStyle>
    </a:wholeTbl>
    <a:band1H>
      <a:tcTxStyle/>
      <a:tcStyle>
        <a:tcBdr/>
        <a:fill>
          <a:solidFill>
            <a:srgbClr val="F9D7CA"/>
          </a:solidFill>
        </a:fill>
      </a:tcStyle>
    </a:band1H>
    <a:band2H>
      <a:tcTxStyle/>
      <a:tcStyle>
        <a:tcBdr/>
      </a:tcStyle>
    </a:band2H>
    <a:band1V>
      <a:tcTxStyle/>
      <a:tcStyle>
        <a:tcBdr/>
        <a:fill>
          <a:solidFill>
            <a:srgbClr val="F9D7C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F70B0D8F-0185-44C2-A38C-8BAEE8BBAAC8}" styleName="Table_1">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644" y="32"/>
      </p:cViewPr>
      <p:guideLst>
        <p:guide orient="horz" pos="1026"/>
        <p:guide pos="3659"/>
        <p:guide orient="horz" pos="2772"/>
        <p:guide pos="5473"/>
        <p:guide orient="horz" pos="3928"/>
        <p:guide pos="726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13.fntdata"/><Relationship Id="rId89" Type="http://schemas.openxmlformats.org/officeDocument/2006/relationships/font" Target="fonts/font18.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font" Target="fonts/font3.fntdata"/><Relationship Id="rId79" Type="http://schemas.openxmlformats.org/officeDocument/2006/relationships/font" Target="fonts/font8.fntdata"/><Relationship Id="rId102" Type="http://customschemas.google.com/relationships/presentationmetadata" Target="metadata"/><Relationship Id="rId5" Type="http://schemas.openxmlformats.org/officeDocument/2006/relationships/slide" Target="slides/slid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1.fntdata"/><Relationship Id="rId80" Type="http://schemas.openxmlformats.org/officeDocument/2006/relationships/font" Target="fonts/font9.fntdata"/><Relationship Id="rId85" Type="http://schemas.openxmlformats.org/officeDocument/2006/relationships/font" Target="fonts/font14.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font" Target="fonts/font4.fntdata"/><Relationship Id="rId83" Type="http://schemas.openxmlformats.org/officeDocument/2006/relationships/font" Target="fonts/font12.fntdata"/><Relationship Id="rId88"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font" Target="fonts/font2.fntdata"/><Relationship Id="rId78" Type="http://schemas.openxmlformats.org/officeDocument/2006/relationships/font" Target="fonts/font7.fntdata"/><Relationship Id="rId81" Type="http://schemas.openxmlformats.org/officeDocument/2006/relationships/font" Target="fonts/font10.fntdata"/><Relationship Id="rId86" Type="http://schemas.openxmlformats.org/officeDocument/2006/relationships/font" Target="fonts/font15.fntdata"/><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5.fntdata"/><Relationship Id="rId104"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6.fntdata"/><Relationship Id="rId61" Type="http://schemas.openxmlformats.org/officeDocument/2006/relationships/slide" Target="slides/slide57.xml"/><Relationship Id="rId82" Type="http://schemas.openxmlformats.org/officeDocument/2006/relationships/font" Target="fonts/font11.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6.fntdata"/><Relationship Id="rId10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9" name="Google Shape;44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a:t>
            </a:fld>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8" name="Google Shape;45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3" name="Google Shape;48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9" name="Google Shape;48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a:t>
            </a:fld>
            <a:endParaRPr>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2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2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5" name="Google Shape;505;p29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5</a:t>
            </a:fld>
            <a:endParaRPr>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2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2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 name="Google Shape;521;p29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6</a:t>
            </a:fld>
            <a:endParaRPr>
              <a:solidFill>
                <a:srgbClr val="000000"/>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2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6" name="Google Shape;536;p2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7" name="Google Shape;537;p29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7</a:t>
            </a:fld>
            <a:endParaRPr>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29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8" name="Google Shape;548;p2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3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3" name="Google Shape;553;p30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4" name="Google Shape;554;p30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9</a:t>
            </a:fld>
            <a:endParaRPr>
              <a:solidFill>
                <a:srgbClr val="00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3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8" name="Google Shape;598;p30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9" name="Google Shape;599;p30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10</a:t>
            </a:fld>
            <a:endParaRPr>
              <a:solidFill>
                <a:srgbClr val="00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3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1" name="Google Shape;631;p30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2" name="Google Shape;632;p30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11</a:t>
            </a:fld>
            <a:endParaRPr>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3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p3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30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12</a:t>
            </a:fld>
            <a:endParaRPr>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p3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p30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0" name="Google Shape;710;p30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13</a:t>
            </a:fld>
            <a:endParaRPr>
              <a:solidFill>
                <a:srgbClr val="00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3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p3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p30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14</a:t>
            </a:fld>
            <a:endParaRPr>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3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p3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p3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15</a:t>
            </a:fld>
            <a:endParaRPr>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p3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p3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p3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16</a:t>
            </a:fld>
            <a:endParaRPr>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3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p3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4" name="Google Shape;824;p3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17</a:t>
            </a:fld>
            <a:endParaRPr>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p3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p3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18</a:t>
            </a:fld>
            <a:endParaRPr>
              <a:solidFill>
                <a:srgbClr val="000000"/>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3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p3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p3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19</a:t>
            </a:fld>
            <a:endParaRPr>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p3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7" name="Google Shape;887;p3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8" name="Google Shape;888;p3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20</a:t>
            </a:fld>
            <a:endParaRPr>
              <a:solidFill>
                <a:srgbClr val="000000"/>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p3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p3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p3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21</a:t>
            </a:fld>
            <a:endParaRPr>
              <a:solidFill>
                <a:srgbClr val="00000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3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p3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9" name="Google Shape;929;p3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22</a:t>
            </a:fld>
            <a:endParaRPr>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p3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p3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p3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23</a:t>
            </a:fld>
            <a:endParaRPr>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p3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p3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p3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24</a:t>
            </a:fld>
            <a:endParaRPr>
              <a:solidFill>
                <a:srgbClr val="00000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3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p3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p3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25</a:t>
            </a:fld>
            <a:endParaRPr>
              <a:solidFill>
                <a:srgbClr val="000000"/>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p3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p3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p3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26</a:t>
            </a:fld>
            <a:endParaRPr>
              <a:solidFill>
                <a:srgbClr val="000000"/>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p3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p3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p3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27</a:t>
            </a:fld>
            <a:endParaRPr>
              <a:solidFill>
                <a:srgbClr val="000000"/>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3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p3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p3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28</a:t>
            </a:fld>
            <a:endParaRPr>
              <a:solidFill>
                <a:srgbClr val="000000"/>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p3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6" name="Google Shape;1086;p3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7" name="Google Shape;1087;p3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29</a:t>
            </a:fld>
            <a:endParaRPr>
              <a:solidFill>
                <a:srgbClr val="00000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p3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0" name="Google Shape;1110;p3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1" name="Google Shape;1111;p3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30</a:t>
            </a:fld>
            <a:endParaRPr>
              <a:solidFill>
                <a:srgbClr val="000000"/>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3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p3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3" name="Google Shape;1123;p3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31</a:t>
            </a:fld>
            <a:endParaRPr>
              <a:solidFill>
                <a:srgbClr val="000000"/>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p3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0" name="Google Shape;1160;p3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1" name="Google Shape;1161;p3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32</a:t>
            </a:fld>
            <a:endParaRPr>
              <a:solidFill>
                <a:srgbClr val="000000"/>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p3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2" name="Google Shape;1172;p3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3" name="Google Shape;1173;p3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33</a:t>
            </a:fld>
            <a:endParaRPr>
              <a:solidFill>
                <a:srgbClr val="000000"/>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8"/>
        <p:cNvGrpSpPr/>
        <p:nvPr/>
      </p:nvGrpSpPr>
      <p:grpSpPr>
        <a:xfrm>
          <a:off x="0" y="0"/>
          <a:ext cx="0" cy="0"/>
          <a:chOff x="0" y="0"/>
          <a:chExt cx="0" cy="0"/>
        </a:xfrm>
      </p:grpSpPr>
      <p:sp>
        <p:nvSpPr>
          <p:cNvPr id="1189" name="Google Shape;1189;p3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0" name="Google Shape;1190;p3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1" name="Google Shape;1191;p3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34</a:t>
            </a:fld>
            <a:endParaRPr>
              <a:solidFill>
                <a:srgbClr val="000000"/>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8"/>
        <p:cNvGrpSpPr/>
        <p:nvPr/>
      </p:nvGrpSpPr>
      <p:grpSpPr>
        <a:xfrm>
          <a:off x="0" y="0"/>
          <a:ext cx="0" cy="0"/>
          <a:chOff x="0" y="0"/>
          <a:chExt cx="0" cy="0"/>
        </a:xfrm>
      </p:grpSpPr>
      <p:sp>
        <p:nvSpPr>
          <p:cNvPr id="1199" name="Google Shape;1199;p3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0" name="Google Shape;1200;p3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1" name="Google Shape;1201;p3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35</a:t>
            </a:fld>
            <a:endParaRPr>
              <a:solidFill>
                <a:srgbClr val="000000"/>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p3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2" name="Google Shape;1212;p3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3" name="Google Shape;1213;p3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36</a:t>
            </a:fld>
            <a:endParaRPr>
              <a:solidFill>
                <a:srgbClr val="000000"/>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3"/>
        <p:cNvGrpSpPr/>
        <p:nvPr/>
      </p:nvGrpSpPr>
      <p:grpSpPr>
        <a:xfrm>
          <a:off x="0" y="0"/>
          <a:ext cx="0" cy="0"/>
          <a:chOff x="0" y="0"/>
          <a:chExt cx="0" cy="0"/>
        </a:xfrm>
      </p:grpSpPr>
      <p:sp>
        <p:nvSpPr>
          <p:cNvPr id="1224" name="Google Shape;1224;p3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5" name="Google Shape;1225;p3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6" name="Google Shape;1226;p3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37</a:t>
            </a:fld>
            <a:endParaRPr>
              <a:solidFill>
                <a:srgbClr val="000000"/>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p3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7" name="Google Shape;1237;p3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8" name="Google Shape;1238;p3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38</a:t>
            </a:fld>
            <a:endParaRPr>
              <a:solidFill>
                <a:srgbClr val="000000"/>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3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5" name="Google Shape;1255;p3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6" name="Google Shape;1256;p3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39</a:t>
            </a:fld>
            <a:endParaRPr>
              <a:solidFill>
                <a:srgbClr val="000000"/>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0"/>
        <p:cNvGrpSpPr/>
        <p:nvPr/>
      </p:nvGrpSpPr>
      <p:grpSpPr>
        <a:xfrm>
          <a:off x="0" y="0"/>
          <a:ext cx="0" cy="0"/>
          <a:chOff x="0" y="0"/>
          <a:chExt cx="0" cy="0"/>
        </a:xfrm>
      </p:grpSpPr>
      <p:sp>
        <p:nvSpPr>
          <p:cNvPr id="1271" name="Google Shape;1271;p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2" name="Google Shape;1272;p3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3" name="Google Shape;1273;p3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40</a:t>
            </a:fld>
            <a:endParaRPr>
              <a:solidFill>
                <a:srgbClr val="000000"/>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3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4" name="Google Shape;1284;p3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5" name="Google Shape;1285;p3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41</a:t>
            </a:fld>
            <a:endParaRPr>
              <a:solidFill>
                <a:srgbClr val="000000"/>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p3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0" name="Google Shape;1300;p3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1" name="Google Shape;1301;p3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42</a:t>
            </a:fld>
            <a:endParaRPr>
              <a:solidFill>
                <a:srgbClr val="000000"/>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4"/>
        <p:cNvGrpSpPr/>
        <p:nvPr/>
      </p:nvGrpSpPr>
      <p:grpSpPr>
        <a:xfrm>
          <a:off x="0" y="0"/>
          <a:ext cx="0" cy="0"/>
          <a:chOff x="0" y="0"/>
          <a:chExt cx="0" cy="0"/>
        </a:xfrm>
      </p:grpSpPr>
      <p:sp>
        <p:nvSpPr>
          <p:cNvPr id="1315" name="Google Shape;1315;p3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6" name="Google Shape;1316;p3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7" name="Google Shape;1317;p3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43</a:t>
            </a:fld>
            <a:endParaRPr>
              <a:solidFill>
                <a:srgbClr val="000000"/>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9"/>
        <p:cNvGrpSpPr/>
        <p:nvPr/>
      </p:nvGrpSpPr>
      <p:grpSpPr>
        <a:xfrm>
          <a:off x="0" y="0"/>
          <a:ext cx="0" cy="0"/>
          <a:chOff x="0" y="0"/>
          <a:chExt cx="0" cy="0"/>
        </a:xfrm>
      </p:grpSpPr>
      <p:sp>
        <p:nvSpPr>
          <p:cNvPr id="1330" name="Google Shape;1330;p3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1" name="Google Shape;1331;p3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2" name="Google Shape;1332;p3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44</a:t>
            </a:fld>
            <a:endParaRPr>
              <a:solidFill>
                <a:srgbClr val="000000"/>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6"/>
        <p:cNvGrpSpPr/>
        <p:nvPr/>
      </p:nvGrpSpPr>
      <p:grpSpPr>
        <a:xfrm>
          <a:off x="0" y="0"/>
          <a:ext cx="0" cy="0"/>
          <a:chOff x="0" y="0"/>
          <a:chExt cx="0" cy="0"/>
        </a:xfrm>
      </p:grpSpPr>
      <p:sp>
        <p:nvSpPr>
          <p:cNvPr id="1347" name="Google Shape;1347;p3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8" name="Google Shape;1348;p3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9" name="Google Shape;1349;p3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45</a:t>
            </a:fld>
            <a:endParaRPr>
              <a:solidFill>
                <a:srgbClr val="000000"/>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
        <p:cNvGrpSpPr/>
        <p:nvPr/>
      </p:nvGrpSpPr>
      <p:grpSpPr>
        <a:xfrm>
          <a:off x="0" y="0"/>
          <a:ext cx="0" cy="0"/>
          <a:chOff x="0" y="0"/>
          <a:chExt cx="0" cy="0"/>
        </a:xfrm>
      </p:grpSpPr>
      <p:sp>
        <p:nvSpPr>
          <p:cNvPr id="1360" name="Google Shape;1360;p3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1" name="Google Shape;1361;p3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2" name="Google Shape;1362;p3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46</a:t>
            </a:fld>
            <a:endParaRPr>
              <a:solidFill>
                <a:srgbClr val="000000"/>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2"/>
        <p:cNvGrpSpPr/>
        <p:nvPr/>
      </p:nvGrpSpPr>
      <p:grpSpPr>
        <a:xfrm>
          <a:off x="0" y="0"/>
          <a:ext cx="0" cy="0"/>
          <a:chOff x="0" y="0"/>
          <a:chExt cx="0" cy="0"/>
        </a:xfrm>
      </p:grpSpPr>
      <p:sp>
        <p:nvSpPr>
          <p:cNvPr id="1373" name="Google Shape;1373;p3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4" name="Google Shape;1374;p3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5" name="Google Shape;1375;p3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47</a:t>
            </a:fld>
            <a:endParaRPr>
              <a:solidFill>
                <a:srgbClr val="000000"/>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7"/>
        <p:cNvGrpSpPr/>
        <p:nvPr/>
      </p:nvGrpSpPr>
      <p:grpSpPr>
        <a:xfrm>
          <a:off x="0" y="0"/>
          <a:ext cx="0" cy="0"/>
          <a:chOff x="0" y="0"/>
          <a:chExt cx="0" cy="0"/>
        </a:xfrm>
      </p:grpSpPr>
      <p:sp>
        <p:nvSpPr>
          <p:cNvPr id="1388" name="Google Shape;1388;p3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9" name="Google Shape;1389;p3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0" name="Google Shape;1390;p3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48</a:t>
            </a:fld>
            <a:endParaRPr>
              <a:solidFill>
                <a:srgbClr val="000000"/>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4"/>
        <p:cNvGrpSpPr/>
        <p:nvPr/>
      </p:nvGrpSpPr>
      <p:grpSpPr>
        <a:xfrm>
          <a:off x="0" y="0"/>
          <a:ext cx="0" cy="0"/>
          <a:chOff x="0" y="0"/>
          <a:chExt cx="0" cy="0"/>
        </a:xfrm>
      </p:grpSpPr>
      <p:sp>
        <p:nvSpPr>
          <p:cNvPr id="1405" name="Google Shape;1405;p3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6" name="Google Shape;1406;p3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7" name="Google Shape;1407;p3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49</a:t>
            </a:fld>
            <a:endParaRPr>
              <a:solidFill>
                <a:srgbClr val="000000"/>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5"/>
        <p:cNvGrpSpPr/>
        <p:nvPr/>
      </p:nvGrpSpPr>
      <p:grpSpPr>
        <a:xfrm>
          <a:off x="0" y="0"/>
          <a:ext cx="0" cy="0"/>
          <a:chOff x="0" y="0"/>
          <a:chExt cx="0" cy="0"/>
        </a:xfrm>
      </p:grpSpPr>
      <p:sp>
        <p:nvSpPr>
          <p:cNvPr id="1426" name="Google Shape;1426;p3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7" name="Google Shape;1427;p3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8" name="Google Shape;1428;p3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50</a:t>
            </a:fld>
            <a:endParaRPr>
              <a:solidFill>
                <a:srgbClr val="000000"/>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7"/>
        <p:cNvGrpSpPr/>
        <p:nvPr/>
      </p:nvGrpSpPr>
      <p:grpSpPr>
        <a:xfrm>
          <a:off x="0" y="0"/>
          <a:ext cx="0" cy="0"/>
          <a:chOff x="0" y="0"/>
          <a:chExt cx="0" cy="0"/>
        </a:xfrm>
      </p:grpSpPr>
      <p:sp>
        <p:nvSpPr>
          <p:cNvPr id="1438" name="Google Shape;1438;p3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9" name="Google Shape;1439;p3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0" name="Google Shape;1440;p3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51</a:t>
            </a:fld>
            <a:endParaRPr>
              <a:solidFill>
                <a:srgbClr val="000000"/>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1"/>
        <p:cNvGrpSpPr/>
        <p:nvPr/>
      </p:nvGrpSpPr>
      <p:grpSpPr>
        <a:xfrm>
          <a:off x="0" y="0"/>
          <a:ext cx="0" cy="0"/>
          <a:chOff x="0" y="0"/>
          <a:chExt cx="0" cy="0"/>
        </a:xfrm>
      </p:grpSpPr>
      <p:sp>
        <p:nvSpPr>
          <p:cNvPr id="1452" name="Google Shape;1452;p3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3" name="Google Shape;1453;p3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4" name="Google Shape;1454;p3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52</a:t>
            </a:fld>
            <a:endParaRPr>
              <a:solidFill>
                <a:srgbClr val="000000"/>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p3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5" name="Google Shape;1465;p3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6" name="Google Shape;1466;p3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53</a:t>
            </a:fld>
            <a:endParaRPr>
              <a:solidFill>
                <a:srgbClr val="000000"/>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5"/>
        <p:cNvGrpSpPr/>
        <p:nvPr/>
      </p:nvGrpSpPr>
      <p:grpSpPr>
        <a:xfrm>
          <a:off x="0" y="0"/>
          <a:ext cx="0" cy="0"/>
          <a:chOff x="0" y="0"/>
          <a:chExt cx="0" cy="0"/>
        </a:xfrm>
      </p:grpSpPr>
      <p:sp>
        <p:nvSpPr>
          <p:cNvPr id="1476" name="Google Shape;1476;p3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7" name="Google Shape;1477;p3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8" name="Google Shape;1478;p3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54</a:t>
            </a:fld>
            <a:endParaRPr>
              <a:solidFill>
                <a:srgbClr val="000000"/>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1"/>
        <p:cNvGrpSpPr/>
        <p:nvPr/>
      </p:nvGrpSpPr>
      <p:grpSpPr>
        <a:xfrm>
          <a:off x="0" y="0"/>
          <a:ext cx="0" cy="0"/>
          <a:chOff x="0" y="0"/>
          <a:chExt cx="0" cy="0"/>
        </a:xfrm>
      </p:grpSpPr>
      <p:sp>
        <p:nvSpPr>
          <p:cNvPr id="1492" name="Google Shape;1492;p3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3" name="Google Shape;1493;p3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4" name="Google Shape;1494;p3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55</a:t>
            </a:fld>
            <a:endParaRPr>
              <a:solidFill>
                <a:srgbClr val="000000"/>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6"/>
        <p:cNvGrpSpPr/>
        <p:nvPr/>
      </p:nvGrpSpPr>
      <p:grpSpPr>
        <a:xfrm>
          <a:off x="0" y="0"/>
          <a:ext cx="0" cy="0"/>
          <a:chOff x="0" y="0"/>
          <a:chExt cx="0" cy="0"/>
        </a:xfrm>
      </p:grpSpPr>
      <p:sp>
        <p:nvSpPr>
          <p:cNvPr id="1637" name="Google Shape;1637;p3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8" name="Google Shape;1638;p3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1"/>
        <p:cNvGrpSpPr/>
        <p:nvPr/>
      </p:nvGrpSpPr>
      <p:grpSpPr>
        <a:xfrm>
          <a:off x="0" y="0"/>
          <a:ext cx="0" cy="0"/>
          <a:chOff x="0" y="0"/>
          <a:chExt cx="0" cy="0"/>
        </a:xfrm>
      </p:grpSpPr>
      <p:sp>
        <p:nvSpPr>
          <p:cNvPr id="1642" name="Google Shape;1642;p3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3" name="Google Shape;1643;p3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4" name="Google Shape;1644;p3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57</a:t>
            </a:fld>
            <a:endParaRPr>
              <a:solidFill>
                <a:srgbClr val="000000"/>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2"/>
        <p:cNvGrpSpPr/>
        <p:nvPr/>
      </p:nvGrpSpPr>
      <p:grpSpPr>
        <a:xfrm>
          <a:off x="0" y="0"/>
          <a:ext cx="0" cy="0"/>
          <a:chOff x="0" y="0"/>
          <a:chExt cx="0" cy="0"/>
        </a:xfrm>
      </p:grpSpPr>
      <p:sp>
        <p:nvSpPr>
          <p:cNvPr id="1653" name="Google Shape;1653;p3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4" name="Google Shape;1654;p3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5" name="Google Shape;1655;p3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58</a:t>
            </a:fld>
            <a:endParaRPr>
              <a:solidFill>
                <a:srgbClr val="000000"/>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4"/>
        <p:cNvGrpSpPr/>
        <p:nvPr/>
      </p:nvGrpSpPr>
      <p:grpSpPr>
        <a:xfrm>
          <a:off x="0" y="0"/>
          <a:ext cx="0" cy="0"/>
          <a:chOff x="0" y="0"/>
          <a:chExt cx="0" cy="0"/>
        </a:xfrm>
      </p:grpSpPr>
      <p:sp>
        <p:nvSpPr>
          <p:cNvPr id="1665" name="Google Shape;1665;p3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6" name="Google Shape;1666;p3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7" name="Google Shape;1667;p3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59</a:t>
            </a:fld>
            <a:endParaRPr>
              <a:solidFill>
                <a:srgbClr val="000000"/>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6"/>
        <p:cNvGrpSpPr/>
        <p:nvPr/>
      </p:nvGrpSpPr>
      <p:grpSpPr>
        <a:xfrm>
          <a:off x="0" y="0"/>
          <a:ext cx="0" cy="0"/>
          <a:chOff x="0" y="0"/>
          <a:chExt cx="0" cy="0"/>
        </a:xfrm>
      </p:grpSpPr>
      <p:sp>
        <p:nvSpPr>
          <p:cNvPr id="1677" name="Google Shape;1677;p3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8" name="Google Shape;1678;p3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9" name="Google Shape;1679;p3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60</a:t>
            </a:fld>
            <a:endParaRPr>
              <a:solidFill>
                <a:srgbClr val="000000"/>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8"/>
        <p:cNvGrpSpPr/>
        <p:nvPr/>
      </p:nvGrpSpPr>
      <p:grpSpPr>
        <a:xfrm>
          <a:off x="0" y="0"/>
          <a:ext cx="0" cy="0"/>
          <a:chOff x="0" y="0"/>
          <a:chExt cx="0" cy="0"/>
        </a:xfrm>
      </p:grpSpPr>
      <p:sp>
        <p:nvSpPr>
          <p:cNvPr id="1689" name="Google Shape;1689;p3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0" name="Google Shape;1690;p3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1" name="Google Shape;1691;p3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61</a:t>
            </a:fld>
            <a:endParaRPr>
              <a:solidFill>
                <a:srgbClr val="000000"/>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3"/>
        <p:cNvGrpSpPr/>
        <p:nvPr/>
      </p:nvGrpSpPr>
      <p:grpSpPr>
        <a:xfrm>
          <a:off x="0" y="0"/>
          <a:ext cx="0" cy="0"/>
          <a:chOff x="0" y="0"/>
          <a:chExt cx="0" cy="0"/>
        </a:xfrm>
      </p:grpSpPr>
      <p:sp>
        <p:nvSpPr>
          <p:cNvPr id="1714" name="Google Shape;1714;p3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5" name="Google Shape;1715;p3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6" name="Google Shape;1716;p3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62</a:t>
            </a:fld>
            <a:endParaRPr>
              <a:solidFill>
                <a:srgbClr val="000000"/>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4"/>
        <p:cNvGrpSpPr/>
        <p:nvPr/>
      </p:nvGrpSpPr>
      <p:grpSpPr>
        <a:xfrm>
          <a:off x="0" y="0"/>
          <a:ext cx="0" cy="0"/>
          <a:chOff x="0" y="0"/>
          <a:chExt cx="0" cy="0"/>
        </a:xfrm>
      </p:grpSpPr>
      <p:sp>
        <p:nvSpPr>
          <p:cNvPr id="1735" name="Google Shape;1735;p3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6" name="Google Shape;1736;p3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7" name="Google Shape;1737;p36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63</a:t>
            </a:fld>
            <a:endParaRPr>
              <a:solidFill>
                <a:srgbClr val="000000"/>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6"/>
        <p:cNvGrpSpPr/>
        <p:nvPr/>
      </p:nvGrpSpPr>
      <p:grpSpPr>
        <a:xfrm>
          <a:off x="0" y="0"/>
          <a:ext cx="0" cy="0"/>
          <a:chOff x="0" y="0"/>
          <a:chExt cx="0" cy="0"/>
        </a:xfrm>
      </p:grpSpPr>
      <p:sp>
        <p:nvSpPr>
          <p:cNvPr id="1747" name="Google Shape;1747;p3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8" name="Google Shape;1748;p3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9" name="Google Shape;1749;p3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64</a:t>
            </a:fld>
            <a:endParaRPr>
              <a:solidFill>
                <a:srgbClr val="000000"/>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4"/>
        <p:cNvGrpSpPr/>
        <p:nvPr/>
      </p:nvGrpSpPr>
      <p:grpSpPr>
        <a:xfrm>
          <a:off x="0" y="0"/>
          <a:ext cx="0" cy="0"/>
          <a:chOff x="0" y="0"/>
          <a:chExt cx="0" cy="0"/>
        </a:xfrm>
      </p:grpSpPr>
      <p:sp>
        <p:nvSpPr>
          <p:cNvPr id="1755" name="Google Shape;1755;p3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6" name="Google Shape;1756;p3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7" name="Google Shape;1757;p3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65</a:t>
            </a:fld>
            <a:endParaRPr>
              <a:solidFill>
                <a:srgbClr val="000000"/>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4"/>
        <p:cNvGrpSpPr/>
        <p:nvPr/>
      </p:nvGrpSpPr>
      <p:grpSpPr>
        <a:xfrm>
          <a:off x="0" y="0"/>
          <a:ext cx="0" cy="0"/>
          <a:chOff x="0" y="0"/>
          <a:chExt cx="0" cy="0"/>
        </a:xfrm>
      </p:grpSpPr>
      <p:sp>
        <p:nvSpPr>
          <p:cNvPr id="1765" name="Google Shape;1765;p2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6" name="Google Shape;1766;p2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Thank you!</a:t>
            </a:r>
            <a:endParaRPr/>
          </a:p>
          <a:p>
            <a:pPr marL="0" lvl="0" indent="0" algn="l" rtl="0">
              <a:lnSpc>
                <a:spcPct val="100000"/>
              </a:lnSpc>
              <a:spcBef>
                <a:spcPts val="0"/>
              </a:spcBef>
              <a:spcAft>
                <a:spcPts val="0"/>
              </a:spcAft>
              <a:buSzPts val="1400"/>
              <a:buNone/>
            </a:pPr>
            <a:endParaRPr/>
          </a:p>
        </p:txBody>
      </p:sp>
      <p:sp>
        <p:nvSpPr>
          <p:cNvPr id="1767" name="Google Shape;1767;p2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66</a:t>
            </a:fld>
            <a:endParaRPr>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idle title ">
  <p:cSld name="Midle title ">
    <p:spTree>
      <p:nvGrpSpPr>
        <p:cNvPr id="1" name="Shape 12"/>
        <p:cNvGrpSpPr/>
        <p:nvPr/>
      </p:nvGrpSpPr>
      <p:grpSpPr>
        <a:xfrm>
          <a:off x="0" y="0"/>
          <a:ext cx="0" cy="0"/>
          <a:chOff x="0" y="0"/>
          <a:chExt cx="0" cy="0"/>
        </a:xfrm>
      </p:grpSpPr>
      <p:sp>
        <p:nvSpPr>
          <p:cNvPr id="13" name="Google Shape;13;p217"/>
          <p:cNvSpPr txBox="1">
            <a:spLocks noGrp="1"/>
          </p:cNvSpPr>
          <p:nvPr>
            <p:ph type="body" idx="1"/>
          </p:nvPr>
        </p:nvSpPr>
        <p:spPr>
          <a:xfrm>
            <a:off x="635165" y="3231595"/>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 name="Google Shape;14;p217"/>
          <p:cNvSpPr txBox="1">
            <a:spLocks noGrp="1"/>
          </p:cNvSpPr>
          <p:nvPr>
            <p:ph type="body" idx="2"/>
          </p:nvPr>
        </p:nvSpPr>
        <p:spPr>
          <a:xfrm>
            <a:off x="635165" y="4060176"/>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lear">
  <p:cSld name="Clear">
    <p:spTree>
      <p:nvGrpSpPr>
        <p:cNvPr id="1"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op left title">
  <p:cSld name="Top left title">
    <p:spTree>
      <p:nvGrpSpPr>
        <p:cNvPr id="1" name="Shape 16"/>
        <p:cNvGrpSpPr/>
        <p:nvPr/>
      </p:nvGrpSpPr>
      <p:grpSpPr>
        <a:xfrm>
          <a:off x="0" y="0"/>
          <a:ext cx="0" cy="0"/>
          <a:chOff x="0" y="0"/>
          <a:chExt cx="0" cy="0"/>
        </a:xfrm>
      </p:grpSpPr>
      <p:sp>
        <p:nvSpPr>
          <p:cNvPr id="17" name="Google Shape;17;p224"/>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8" name="Google Shape;18;p224"/>
          <p:cNvSpPr txBox="1">
            <a:spLocks noGrp="1"/>
          </p:cNvSpPr>
          <p:nvPr>
            <p:ph type="body" idx="2"/>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op center title">
  <p:cSld name="Top center title">
    <p:spTree>
      <p:nvGrpSpPr>
        <p:cNvPr id="1" name="Shape 22"/>
        <p:cNvGrpSpPr/>
        <p:nvPr/>
      </p:nvGrpSpPr>
      <p:grpSpPr>
        <a:xfrm>
          <a:off x="0" y="0"/>
          <a:ext cx="0" cy="0"/>
          <a:chOff x="0" y="0"/>
          <a:chExt cx="0" cy="0"/>
        </a:xfrm>
      </p:grpSpPr>
      <p:sp>
        <p:nvSpPr>
          <p:cNvPr id="23" name="Google Shape;23;p219"/>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4" name="Google Shape;24;p219"/>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idle title ">
  <p:cSld name="Midle title ">
    <p:spTree>
      <p:nvGrpSpPr>
        <p:cNvPr id="1" name="Shape 25"/>
        <p:cNvGrpSpPr/>
        <p:nvPr/>
      </p:nvGrpSpPr>
      <p:grpSpPr>
        <a:xfrm>
          <a:off x="0" y="0"/>
          <a:ext cx="0" cy="0"/>
          <a:chOff x="0" y="0"/>
          <a:chExt cx="0" cy="0"/>
        </a:xfrm>
      </p:grpSpPr>
      <p:sp>
        <p:nvSpPr>
          <p:cNvPr id="26" name="Google Shape;26;p220"/>
          <p:cNvSpPr txBox="1">
            <a:spLocks noGrp="1"/>
          </p:cNvSpPr>
          <p:nvPr>
            <p:ph type="body" idx="1"/>
          </p:nvPr>
        </p:nvSpPr>
        <p:spPr>
          <a:xfrm>
            <a:off x="635165" y="3231595"/>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7" name="Google Shape;27;p220"/>
          <p:cNvSpPr txBox="1">
            <a:spLocks noGrp="1"/>
          </p:cNvSpPr>
          <p:nvPr>
            <p:ph type="body" idx="2"/>
          </p:nvPr>
        </p:nvSpPr>
        <p:spPr>
          <a:xfrm>
            <a:off x="635165" y="4060176"/>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lear">
  <p:cSld name="Clear">
    <p:spTree>
      <p:nvGrpSpPr>
        <p:cNvPr id="1" name="Shape 2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Graphic with title 1">
  <p:cSld name="Graphic with title 1">
    <p:spTree>
      <p:nvGrpSpPr>
        <p:cNvPr id="1" name="Shape 29"/>
        <p:cNvGrpSpPr/>
        <p:nvPr/>
      </p:nvGrpSpPr>
      <p:grpSpPr>
        <a:xfrm>
          <a:off x="0" y="0"/>
          <a:ext cx="0" cy="0"/>
          <a:chOff x="0" y="0"/>
          <a:chExt cx="0" cy="0"/>
        </a:xfrm>
      </p:grpSpPr>
      <p:sp>
        <p:nvSpPr>
          <p:cNvPr id="30" name="Google Shape;30;p259"/>
          <p:cNvSpPr>
            <a:spLocks noGrp="1"/>
          </p:cNvSpPr>
          <p:nvPr>
            <p:ph type="pic" idx="2"/>
          </p:nvPr>
        </p:nvSpPr>
        <p:spPr>
          <a:xfrm>
            <a:off x="0" y="219127"/>
            <a:ext cx="5398451" cy="6934100"/>
          </a:xfrm>
          <a:prstGeom prst="rect">
            <a:avLst/>
          </a:prstGeom>
          <a:noFill/>
          <a:ln>
            <a:noFill/>
          </a:ln>
        </p:spPr>
      </p:sp>
      <p:sp>
        <p:nvSpPr>
          <p:cNvPr id="31" name="Google Shape;31;p259"/>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2" name="Google Shape;32;p259"/>
          <p:cNvSpPr txBox="1">
            <a:spLocks noGrp="1"/>
          </p:cNvSpPr>
          <p:nvPr>
            <p:ph type="body" idx="3"/>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op left title">
  <p:cSld name="Top left title">
    <p:spTree>
      <p:nvGrpSpPr>
        <p:cNvPr id="1" name="Shape 33"/>
        <p:cNvGrpSpPr/>
        <p:nvPr/>
      </p:nvGrpSpPr>
      <p:grpSpPr>
        <a:xfrm>
          <a:off x="0" y="0"/>
          <a:ext cx="0" cy="0"/>
          <a:chOff x="0" y="0"/>
          <a:chExt cx="0" cy="0"/>
        </a:xfrm>
      </p:grpSpPr>
      <p:sp>
        <p:nvSpPr>
          <p:cNvPr id="34" name="Google Shape;34;p260"/>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5" name="Google Shape;35;p260"/>
          <p:cNvSpPr txBox="1">
            <a:spLocks noGrp="1"/>
          </p:cNvSpPr>
          <p:nvPr>
            <p:ph type="body" idx="2"/>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lear">
  <p:cSld name="Clear">
    <p:spTree>
      <p:nvGrpSpPr>
        <p:cNvPr id="1" name="Shape 4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Graphic with title 2">
  <p:cSld name="Graphic with title 2">
    <p:spTree>
      <p:nvGrpSpPr>
        <p:cNvPr id="1" name="Shape 41"/>
        <p:cNvGrpSpPr/>
        <p:nvPr/>
      </p:nvGrpSpPr>
      <p:grpSpPr>
        <a:xfrm>
          <a:off x="0" y="0"/>
          <a:ext cx="0" cy="0"/>
          <a:chOff x="0" y="0"/>
          <a:chExt cx="0" cy="0"/>
        </a:xfrm>
      </p:grpSpPr>
      <p:sp>
        <p:nvSpPr>
          <p:cNvPr id="42" name="Google Shape;42;p226"/>
          <p:cNvSpPr>
            <a:spLocks noGrp="1"/>
          </p:cNvSpPr>
          <p:nvPr>
            <p:ph type="pic" idx="2"/>
          </p:nvPr>
        </p:nvSpPr>
        <p:spPr>
          <a:xfrm>
            <a:off x="4898367" y="-706535"/>
            <a:ext cx="7418239" cy="7400153"/>
          </a:xfrm>
          <a:prstGeom prst="rect">
            <a:avLst/>
          </a:prstGeom>
          <a:noFill/>
          <a:ln>
            <a:noFill/>
          </a:ln>
        </p:spPr>
      </p:sp>
      <p:sp>
        <p:nvSpPr>
          <p:cNvPr id="43" name="Google Shape;43;p226"/>
          <p:cNvSpPr txBox="1">
            <a:spLocks noGrp="1"/>
          </p:cNvSpPr>
          <p:nvPr>
            <p:ph type="body" idx="1"/>
          </p:nvPr>
        </p:nvSpPr>
        <p:spPr>
          <a:xfrm>
            <a:off x="624417"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4" name="Google Shape;44;p226"/>
          <p:cNvSpPr txBox="1">
            <a:spLocks noGrp="1"/>
          </p:cNvSpPr>
          <p:nvPr>
            <p:ph type="body" idx="3"/>
          </p:nvPr>
        </p:nvSpPr>
        <p:spPr>
          <a:xfrm>
            <a:off x="624417"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Graphic with title 3">
  <p:cSld name="Graphic with title 3">
    <p:spTree>
      <p:nvGrpSpPr>
        <p:cNvPr id="1" name="Shape 45"/>
        <p:cNvGrpSpPr/>
        <p:nvPr/>
      </p:nvGrpSpPr>
      <p:grpSpPr>
        <a:xfrm>
          <a:off x="0" y="0"/>
          <a:ext cx="0" cy="0"/>
          <a:chOff x="0" y="0"/>
          <a:chExt cx="0" cy="0"/>
        </a:xfrm>
      </p:grpSpPr>
      <p:sp>
        <p:nvSpPr>
          <p:cNvPr id="46" name="Google Shape;46;p227"/>
          <p:cNvSpPr>
            <a:spLocks noGrp="1"/>
          </p:cNvSpPr>
          <p:nvPr>
            <p:ph type="pic" idx="2"/>
          </p:nvPr>
        </p:nvSpPr>
        <p:spPr>
          <a:xfrm>
            <a:off x="4775079" y="0"/>
            <a:ext cx="7418239" cy="6467624"/>
          </a:xfrm>
          <a:prstGeom prst="rect">
            <a:avLst/>
          </a:prstGeom>
          <a:noFill/>
          <a:ln>
            <a:noFill/>
          </a:ln>
        </p:spPr>
      </p:sp>
      <p:sp>
        <p:nvSpPr>
          <p:cNvPr id="47" name="Google Shape;47;p227"/>
          <p:cNvSpPr txBox="1">
            <a:spLocks noGrp="1"/>
          </p:cNvSpPr>
          <p:nvPr>
            <p:ph type="body" idx="1"/>
          </p:nvPr>
        </p:nvSpPr>
        <p:spPr>
          <a:xfrm>
            <a:off x="624417"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8" name="Google Shape;48;p227"/>
          <p:cNvSpPr txBox="1">
            <a:spLocks noGrp="1"/>
          </p:cNvSpPr>
          <p:nvPr>
            <p:ph type="body" idx="3"/>
          </p:nvPr>
        </p:nvSpPr>
        <p:spPr>
          <a:xfrm>
            <a:off x="624417"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raphic with title 4">
  <p:cSld name="Graphic with title 4">
    <p:spTree>
      <p:nvGrpSpPr>
        <p:cNvPr id="1" name="Shape 49"/>
        <p:cNvGrpSpPr/>
        <p:nvPr/>
      </p:nvGrpSpPr>
      <p:grpSpPr>
        <a:xfrm>
          <a:off x="0" y="0"/>
          <a:ext cx="0" cy="0"/>
          <a:chOff x="0" y="0"/>
          <a:chExt cx="0" cy="0"/>
        </a:xfrm>
      </p:grpSpPr>
      <p:sp>
        <p:nvSpPr>
          <p:cNvPr id="50" name="Google Shape;50;p228"/>
          <p:cNvSpPr>
            <a:spLocks noGrp="1"/>
          </p:cNvSpPr>
          <p:nvPr>
            <p:ph type="pic" idx="2"/>
          </p:nvPr>
        </p:nvSpPr>
        <p:spPr>
          <a:xfrm>
            <a:off x="4898367" y="-461577"/>
            <a:ext cx="7418239" cy="7400153"/>
          </a:xfrm>
          <a:prstGeom prst="rect">
            <a:avLst/>
          </a:prstGeom>
          <a:noFill/>
          <a:ln>
            <a:noFill/>
          </a:ln>
        </p:spPr>
      </p:sp>
      <p:sp>
        <p:nvSpPr>
          <p:cNvPr id="51" name="Google Shape;51;p228"/>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52" name="Google Shape;52;p228"/>
          <p:cNvSpPr txBox="1">
            <a:spLocks noGrp="1"/>
          </p:cNvSpPr>
          <p:nvPr>
            <p:ph type="body" idx="3"/>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cept graphic 1">
  <p:cSld name="Concept graphic 1">
    <p:spTree>
      <p:nvGrpSpPr>
        <p:cNvPr id="1" name="Shape 53"/>
        <p:cNvGrpSpPr/>
        <p:nvPr/>
      </p:nvGrpSpPr>
      <p:grpSpPr>
        <a:xfrm>
          <a:off x="0" y="0"/>
          <a:ext cx="0" cy="0"/>
          <a:chOff x="0" y="0"/>
          <a:chExt cx="0" cy="0"/>
        </a:xfrm>
      </p:grpSpPr>
      <p:sp>
        <p:nvSpPr>
          <p:cNvPr id="54" name="Google Shape;54;p229"/>
          <p:cNvSpPr>
            <a:spLocks noGrp="1"/>
          </p:cNvSpPr>
          <p:nvPr>
            <p:ph type="pic" idx="2"/>
          </p:nvPr>
        </p:nvSpPr>
        <p:spPr>
          <a:xfrm>
            <a:off x="-12742" y="-819120"/>
            <a:ext cx="12169663" cy="7450448"/>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cept graphic 2">
  <p:cSld name="Concept graphic 2">
    <p:spTree>
      <p:nvGrpSpPr>
        <p:cNvPr id="1" name="Shape 55"/>
        <p:cNvGrpSpPr/>
        <p:nvPr/>
      </p:nvGrpSpPr>
      <p:grpSpPr>
        <a:xfrm>
          <a:off x="0" y="0"/>
          <a:ext cx="0" cy="0"/>
          <a:chOff x="0" y="0"/>
          <a:chExt cx="0" cy="0"/>
        </a:xfrm>
      </p:grpSpPr>
      <p:sp>
        <p:nvSpPr>
          <p:cNvPr id="56" name="Google Shape;56;p230"/>
          <p:cNvSpPr>
            <a:spLocks noGrp="1"/>
          </p:cNvSpPr>
          <p:nvPr>
            <p:ph type="pic" idx="2"/>
          </p:nvPr>
        </p:nvSpPr>
        <p:spPr>
          <a:xfrm>
            <a:off x="1" y="0"/>
            <a:ext cx="12156920" cy="6628299"/>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cept graphic 3">
  <p:cSld name="Concept graphic 3">
    <p:spTree>
      <p:nvGrpSpPr>
        <p:cNvPr id="1" name="Shape 57"/>
        <p:cNvGrpSpPr/>
        <p:nvPr/>
      </p:nvGrpSpPr>
      <p:grpSpPr>
        <a:xfrm>
          <a:off x="0" y="0"/>
          <a:ext cx="0" cy="0"/>
          <a:chOff x="0" y="0"/>
          <a:chExt cx="0" cy="0"/>
        </a:xfrm>
      </p:grpSpPr>
      <p:sp>
        <p:nvSpPr>
          <p:cNvPr id="58" name="Google Shape;58;p231"/>
          <p:cNvSpPr>
            <a:spLocks noGrp="1"/>
          </p:cNvSpPr>
          <p:nvPr>
            <p:ph type="pic" idx="2"/>
          </p:nvPr>
        </p:nvSpPr>
        <p:spPr>
          <a:xfrm>
            <a:off x="5" y="2"/>
            <a:ext cx="12156919" cy="4719767"/>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cept graphic 4">
  <p:cSld name="Concept graphic 4">
    <p:spTree>
      <p:nvGrpSpPr>
        <p:cNvPr id="1" name="Shape 59"/>
        <p:cNvGrpSpPr/>
        <p:nvPr/>
      </p:nvGrpSpPr>
      <p:grpSpPr>
        <a:xfrm>
          <a:off x="0" y="0"/>
          <a:ext cx="0" cy="0"/>
          <a:chOff x="0" y="0"/>
          <a:chExt cx="0" cy="0"/>
        </a:xfrm>
      </p:grpSpPr>
      <p:sp>
        <p:nvSpPr>
          <p:cNvPr id="60" name="Google Shape;60;p232"/>
          <p:cNvSpPr>
            <a:spLocks noGrp="1"/>
          </p:cNvSpPr>
          <p:nvPr>
            <p:ph type="pic" idx="2"/>
          </p:nvPr>
        </p:nvSpPr>
        <p:spPr>
          <a:xfrm>
            <a:off x="-13635" y="-5335"/>
            <a:ext cx="12471072" cy="6021821"/>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cept graphic 5">
  <p:cSld name="Concept graphic 5">
    <p:spTree>
      <p:nvGrpSpPr>
        <p:cNvPr id="1" name="Shape 61"/>
        <p:cNvGrpSpPr/>
        <p:nvPr/>
      </p:nvGrpSpPr>
      <p:grpSpPr>
        <a:xfrm>
          <a:off x="0" y="0"/>
          <a:ext cx="0" cy="0"/>
          <a:chOff x="0" y="0"/>
          <a:chExt cx="0" cy="0"/>
        </a:xfrm>
      </p:grpSpPr>
      <p:sp>
        <p:nvSpPr>
          <p:cNvPr id="62" name="Google Shape;62;p233"/>
          <p:cNvSpPr>
            <a:spLocks noGrp="1"/>
          </p:cNvSpPr>
          <p:nvPr>
            <p:ph type="pic" idx="2"/>
          </p:nvPr>
        </p:nvSpPr>
        <p:spPr>
          <a:xfrm>
            <a:off x="1" y="494108"/>
            <a:ext cx="12448915" cy="5788955"/>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idle title ">
  <p:cSld name="Midle title ">
    <p:spTree>
      <p:nvGrpSpPr>
        <p:cNvPr id="1" name="Shape 63"/>
        <p:cNvGrpSpPr/>
        <p:nvPr/>
      </p:nvGrpSpPr>
      <p:grpSpPr>
        <a:xfrm>
          <a:off x="0" y="0"/>
          <a:ext cx="0" cy="0"/>
          <a:chOff x="0" y="0"/>
          <a:chExt cx="0" cy="0"/>
        </a:xfrm>
      </p:grpSpPr>
      <p:sp>
        <p:nvSpPr>
          <p:cNvPr id="64" name="Google Shape;64;p234"/>
          <p:cNvSpPr txBox="1">
            <a:spLocks noGrp="1"/>
          </p:cNvSpPr>
          <p:nvPr>
            <p:ph type="body" idx="1"/>
          </p:nvPr>
        </p:nvSpPr>
        <p:spPr>
          <a:xfrm>
            <a:off x="635165" y="3231595"/>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65" name="Google Shape;65;p234"/>
          <p:cNvSpPr txBox="1">
            <a:spLocks noGrp="1"/>
          </p:cNvSpPr>
          <p:nvPr>
            <p:ph type="body" idx="2"/>
          </p:nvPr>
        </p:nvSpPr>
        <p:spPr>
          <a:xfrm>
            <a:off x="635165" y="4060176"/>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op left title">
  <p:cSld name="Top left title">
    <p:spTree>
      <p:nvGrpSpPr>
        <p:cNvPr id="1" name="Shape 66"/>
        <p:cNvGrpSpPr/>
        <p:nvPr/>
      </p:nvGrpSpPr>
      <p:grpSpPr>
        <a:xfrm>
          <a:off x="0" y="0"/>
          <a:ext cx="0" cy="0"/>
          <a:chOff x="0" y="0"/>
          <a:chExt cx="0" cy="0"/>
        </a:xfrm>
      </p:grpSpPr>
      <p:sp>
        <p:nvSpPr>
          <p:cNvPr id="67" name="Google Shape;67;p235"/>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68" name="Google Shape;68;p235"/>
          <p:cNvSpPr txBox="1">
            <a:spLocks noGrp="1"/>
          </p:cNvSpPr>
          <p:nvPr>
            <p:ph type="body" idx="2"/>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op center title">
  <p:cSld name="Top center title">
    <p:spTree>
      <p:nvGrpSpPr>
        <p:cNvPr id="1" name="Shape 69"/>
        <p:cNvGrpSpPr/>
        <p:nvPr/>
      </p:nvGrpSpPr>
      <p:grpSpPr>
        <a:xfrm>
          <a:off x="0" y="0"/>
          <a:ext cx="0" cy="0"/>
          <a:chOff x="0" y="0"/>
          <a:chExt cx="0" cy="0"/>
        </a:xfrm>
      </p:grpSpPr>
      <p:sp>
        <p:nvSpPr>
          <p:cNvPr id="70" name="Google Shape;70;p236"/>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71" name="Google Shape;71;p236"/>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3_Top center title">
  <p:cSld name="13_Top center title">
    <p:spTree>
      <p:nvGrpSpPr>
        <p:cNvPr id="1" name="Shape 72"/>
        <p:cNvGrpSpPr/>
        <p:nvPr/>
      </p:nvGrpSpPr>
      <p:grpSpPr>
        <a:xfrm>
          <a:off x="0" y="0"/>
          <a:ext cx="0" cy="0"/>
          <a:chOff x="0" y="0"/>
          <a:chExt cx="0" cy="0"/>
        </a:xfrm>
      </p:grpSpPr>
      <p:sp>
        <p:nvSpPr>
          <p:cNvPr id="73" name="Google Shape;73;p237"/>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74" name="Google Shape;74;p237"/>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pic>
        <p:nvPicPr>
          <p:cNvPr id="75" name="Google Shape;75;p237" descr="New Macbook Silver.png"/>
          <p:cNvPicPr preferRelativeResize="0"/>
          <p:nvPr/>
        </p:nvPicPr>
        <p:blipFill rotWithShape="1">
          <a:blip r:embed="rId2">
            <a:alphaModFix/>
          </a:blip>
          <a:srcRect/>
          <a:stretch/>
        </p:blipFill>
        <p:spPr>
          <a:xfrm>
            <a:off x="624417" y="2628432"/>
            <a:ext cx="5960632" cy="3490232"/>
          </a:xfrm>
          <a:prstGeom prst="rect">
            <a:avLst/>
          </a:prstGeom>
          <a:noFill/>
          <a:ln>
            <a:noFill/>
          </a:ln>
        </p:spPr>
      </p:pic>
      <p:sp>
        <p:nvSpPr>
          <p:cNvPr id="76" name="Google Shape;76;p237"/>
          <p:cNvSpPr>
            <a:spLocks noGrp="1"/>
          </p:cNvSpPr>
          <p:nvPr>
            <p:ph type="pic" idx="3"/>
          </p:nvPr>
        </p:nvSpPr>
        <p:spPr>
          <a:xfrm>
            <a:off x="1309666" y="2882745"/>
            <a:ext cx="4548553" cy="2872153"/>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Top left title">
  <p:cSld name="1_Top left title">
    <p:spTree>
      <p:nvGrpSpPr>
        <p:cNvPr id="1" name="Shape 77"/>
        <p:cNvGrpSpPr/>
        <p:nvPr/>
      </p:nvGrpSpPr>
      <p:grpSpPr>
        <a:xfrm>
          <a:off x="0" y="0"/>
          <a:ext cx="0" cy="0"/>
          <a:chOff x="0" y="0"/>
          <a:chExt cx="0" cy="0"/>
        </a:xfrm>
      </p:grpSpPr>
      <p:sp>
        <p:nvSpPr>
          <p:cNvPr id="78" name="Google Shape;78;p238"/>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79" name="Google Shape;79;p238"/>
          <p:cNvSpPr txBox="1">
            <a:spLocks noGrp="1"/>
          </p:cNvSpPr>
          <p:nvPr>
            <p:ph type="body" idx="2"/>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grpSp>
        <p:nvGrpSpPr>
          <p:cNvPr id="80" name="Google Shape;80;p238"/>
          <p:cNvGrpSpPr/>
          <p:nvPr/>
        </p:nvGrpSpPr>
        <p:grpSpPr>
          <a:xfrm>
            <a:off x="6907316" y="497273"/>
            <a:ext cx="4008056" cy="5937596"/>
            <a:chOff x="0" y="0"/>
            <a:chExt cx="6591304" cy="9765730"/>
          </a:xfrm>
        </p:grpSpPr>
        <p:pic>
          <p:nvPicPr>
            <p:cNvPr id="81" name="Google Shape;81;p238"/>
            <p:cNvPicPr preferRelativeResize="0"/>
            <p:nvPr/>
          </p:nvPicPr>
          <p:blipFill rotWithShape="1">
            <a:blip r:embed="rId2">
              <a:alphaModFix/>
            </a:blip>
            <a:srcRect/>
            <a:stretch/>
          </p:blipFill>
          <p:spPr>
            <a:xfrm>
              <a:off x="0" y="0"/>
              <a:ext cx="6591304" cy="9765730"/>
            </a:xfrm>
            <a:prstGeom prst="rect">
              <a:avLst/>
            </a:prstGeom>
            <a:noFill/>
            <a:ln>
              <a:noFill/>
            </a:ln>
          </p:spPr>
        </p:pic>
        <p:sp>
          <p:nvSpPr>
            <p:cNvPr id="82" name="Google Shape;82;p238"/>
            <p:cNvSpPr/>
            <p:nvPr/>
          </p:nvSpPr>
          <p:spPr>
            <a:xfrm>
              <a:off x="363079" y="954047"/>
              <a:ext cx="5879097" cy="7806214"/>
            </a:xfrm>
            <a:prstGeom prst="rect">
              <a:avLst/>
            </a:prstGeom>
            <a:solidFill>
              <a:srgbClr val="606060"/>
            </a:solidFill>
            <a:ln w="25400" cap="flat" cmpd="sng">
              <a:solidFill>
                <a:srgbClr val="000000">
                  <a:alpha val="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5331"/>
                <a:buFont typeface="Arial"/>
                <a:buNone/>
              </a:pPr>
              <a:endParaRPr sz="5331" b="0" i="0" u="none" strike="noStrike" cap="none">
                <a:solidFill>
                  <a:srgbClr val="FFFFFF"/>
                </a:solidFill>
                <a:latin typeface="Calibri"/>
                <a:ea typeface="Calibri"/>
                <a:cs typeface="Calibri"/>
                <a:sym typeface="Calibri"/>
              </a:endParaRPr>
            </a:p>
          </p:txBody>
        </p:sp>
      </p:grpSp>
      <p:sp>
        <p:nvSpPr>
          <p:cNvPr id="83" name="Google Shape;83;p238"/>
          <p:cNvSpPr>
            <a:spLocks noGrp="1"/>
          </p:cNvSpPr>
          <p:nvPr>
            <p:ph type="pic" idx="3"/>
          </p:nvPr>
        </p:nvSpPr>
        <p:spPr>
          <a:xfrm>
            <a:off x="7128099" y="1077337"/>
            <a:ext cx="3574976" cy="4746204"/>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2_Top center title">
  <p:cSld name="12_Top center title">
    <p:spTree>
      <p:nvGrpSpPr>
        <p:cNvPr id="1" name="Shape 84"/>
        <p:cNvGrpSpPr/>
        <p:nvPr/>
      </p:nvGrpSpPr>
      <p:grpSpPr>
        <a:xfrm>
          <a:off x="0" y="0"/>
          <a:ext cx="0" cy="0"/>
          <a:chOff x="0" y="0"/>
          <a:chExt cx="0" cy="0"/>
        </a:xfrm>
      </p:grpSpPr>
      <p:sp>
        <p:nvSpPr>
          <p:cNvPr id="85" name="Google Shape;85;p239"/>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86" name="Google Shape;86;p239"/>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87" name="Google Shape;87;p239"/>
          <p:cNvSpPr>
            <a:spLocks noGrp="1"/>
          </p:cNvSpPr>
          <p:nvPr>
            <p:ph type="pic" idx="3"/>
          </p:nvPr>
        </p:nvSpPr>
        <p:spPr>
          <a:xfrm>
            <a:off x="6256285" y="2409093"/>
            <a:ext cx="5248843" cy="330628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4_Top center title">
  <p:cSld name="14_Top center title">
    <p:spTree>
      <p:nvGrpSpPr>
        <p:cNvPr id="1" name="Shape 88"/>
        <p:cNvGrpSpPr/>
        <p:nvPr/>
      </p:nvGrpSpPr>
      <p:grpSpPr>
        <a:xfrm>
          <a:off x="0" y="0"/>
          <a:ext cx="0" cy="0"/>
          <a:chOff x="0" y="0"/>
          <a:chExt cx="0" cy="0"/>
        </a:xfrm>
      </p:grpSpPr>
      <p:sp>
        <p:nvSpPr>
          <p:cNvPr id="89" name="Google Shape;89;p240"/>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0" name="Google Shape;90;p240"/>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1" name="Google Shape;91;p240"/>
          <p:cNvSpPr>
            <a:spLocks noGrp="1"/>
          </p:cNvSpPr>
          <p:nvPr>
            <p:ph type="pic" idx="3"/>
          </p:nvPr>
        </p:nvSpPr>
        <p:spPr>
          <a:xfrm>
            <a:off x="722679" y="2409093"/>
            <a:ext cx="5248843" cy="330628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5_Top center title">
  <p:cSld name="5_Top center title">
    <p:spTree>
      <p:nvGrpSpPr>
        <p:cNvPr id="1" name="Shape 92"/>
        <p:cNvGrpSpPr/>
        <p:nvPr/>
      </p:nvGrpSpPr>
      <p:grpSpPr>
        <a:xfrm>
          <a:off x="0" y="0"/>
          <a:ext cx="0" cy="0"/>
          <a:chOff x="0" y="0"/>
          <a:chExt cx="0" cy="0"/>
        </a:xfrm>
      </p:grpSpPr>
      <p:sp>
        <p:nvSpPr>
          <p:cNvPr id="93" name="Google Shape;93;p241"/>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4" name="Google Shape;94;p241"/>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5" name="Google Shape;95;p241"/>
          <p:cNvSpPr>
            <a:spLocks noGrp="1"/>
          </p:cNvSpPr>
          <p:nvPr>
            <p:ph type="pic" idx="3"/>
          </p:nvPr>
        </p:nvSpPr>
        <p:spPr>
          <a:xfrm>
            <a:off x="0" y="1875696"/>
            <a:ext cx="12192000" cy="4982305"/>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6_Top center title">
  <p:cSld name="6_Top center title">
    <p:spTree>
      <p:nvGrpSpPr>
        <p:cNvPr id="1" name="Shape 96"/>
        <p:cNvGrpSpPr/>
        <p:nvPr/>
      </p:nvGrpSpPr>
      <p:grpSpPr>
        <a:xfrm>
          <a:off x="0" y="0"/>
          <a:ext cx="0" cy="0"/>
          <a:chOff x="0" y="0"/>
          <a:chExt cx="0" cy="0"/>
        </a:xfrm>
      </p:grpSpPr>
      <p:sp>
        <p:nvSpPr>
          <p:cNvPr id="97" name="Google Shape;97;p242"/>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8" name="Google Shape;98;p242"/>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9" name="Google Shape;99;p242"/>
          <p:cNvSpPr>
            <a:spLocks noGrp="1"/>
          </p:cNvSpPr>
          <p:nvPr>
            <p:ph type="pic" idx="3"/>
          </p:nvPr>
        </p:nvSpPr>
        <p:spPr>
          <a:xfrm>
            <a:off x="0" y="1875695"/>
            <a:ext cx="12192000" cy="2930767"/>
          </a:xfrm>
          <a:prstGeom prst="rect">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_Top center title">
  <p:cSld name="4_Top center title">
    <p:spTree>
      <p:nvGrpSpPr>
        <p:cNvPr id="1" name="Shape 100"/>
        <p:cNvGrpSpPr/>
        <p:nvPr/>
      </p:nvGrpSpPr>
      <p:grpSpPr>
        <a:xfrm>
          <a:off x="0" y="0"/>
          <a:ext cx="0" cy="0"/>
          <a:chOff x="0" y="0"/>
          <a:chExt cx="0" cy="0"/>
        </a:xfrm>
      </p:grpSpPr>
      <p:sp>
        <p:nvSpPr>
          <p:cNvPr id="101" name="Google Shape;101;p243"/>
          <p:cNvSpPr txBox="1">
            <a:spLocks noGrp="1"/>
          </p:cNvSpPr>
          <p:nvPr>
            <p:ph type="body" idx="1"/>
          </p:nvPr>
        </p:nvSpPr>
        <p:spPr>
          <a:xfrm>
            <a:off x="3329431" y="309709"/>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02" name="Google Shape;102;p243"/>
          <p:cNvSpPr txBox="1">
            <a:spLocks noGrp="1"/>
          </p:cNvSpPr>
          <p:nvPr>
            <p:ph type="body" idx="2"/>
          </p:nvPr>
        </p:nvSpPr>
        <p:spPr>
          <a:xfrm>
            <a:off x="3329431" y="1138291"/>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03" name="Google Shape;103;p243"/>
          <p:cNvSpPr>
            <a:spLocks noGrp="1"/>
          </p:cNvSpPr>
          <p:nvPr>
            <p:ph type="pic" idx="3"/>
          </p:nvPr>
        </p:nvSpPr>
        <p:spPr>
          <a:xfrm>
            <a:off x="624417" y="1685045"/>
            <a:ext cx="3475892" cy="3475892"/>
          </a:xfrm>
          <a:prstGeom prst="rect">
            <a:avLst/>
          </a:prstGeom>
          <a:noFill/>
          <a:ln>
            <a:noFill/>
          </a:ln>
        </p:spPr>
      </p:sp>
      <p:sp>
        <p:nvSpPr>
          <p:cNvPr id="104" name="Google Shape;104;p243"/>
          <p:cNvSpPr>
            <a:spLocks noGrp="1"/>
          </p:cNvSpPr>
          <p:nvPr>
            <p:ph type="pic" idx="4"/>
          </p:nvPr>
        </p:nvSpPr>
        <p:spPr>
          <a:xfrm>
            <a:off x="4358054" y="1685045"/>
            <a:ext cx="3475892" cy="3475892"/>
          </a:xfrm>
          <a:prstGeom prst="rect">
            <a:avLst/>
          </a:prstGeom>
          <a:noFill/>
          <a:ln>
            <a:noFill/>
          </a:ln>
        </p:spPr>
      </p:sp>
      <p:sp>
        <p:nvSpPr>
          <p:cNvPr id="105" name="Google Shape;105;p243"/>
          <p:cNvSpPr>
            <a:spLocks noGrp="1"/>
          </p:cNvSpPr>
          <p:nvPr>
            <p:ph type="pic" idx="5"/>
          </p:nvPr>
        </p:nvSpPr>
        <p:spPr>
          <a:xfrm>
            <a:off x="8091691" y="1685045"/>
            <a:ext cx="3475892" cy="3475892"/>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1_Top center title">
  <p:cSld name="11_Top center title">
    <p:spTree>
      <p:nvGrpSpPr>
        <p:cNvPr id="1" name="Shape 106"/>
        <p:cNvGrpSpPr/>
        <p:nvPr/>
      </p:nvGrpSpPr>
      <p:grpSpPr>
        <a:xfrm>
          <a:off x="0" y="0"/>
          <a:ext cx="0" cy="0"/>
          <a:chOff x="0" y="0"/>
          <a:chExt cx="0" cy="0"/>
        </a:xfrm>
      </p:grpSpPr>
      <p:sp>
        <p:nvSpPr>
          <p:cNvPr id="107" name="Google Shape;107;p244"/>
          <p:cNvSpPr txBox="1">
            <a:spLocks noGrp="1"/>
          </p:cNvSpPr>
          <p:nvPr>
            <p:ph type="body" idx="1"/>
          </p:nvPr>
        </p:nvSpPr>
        <p:spPr>
          <a:xfrm>
            <a:off x="3329431" y="309709"/>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08" name="Google Shape;108;p244"/>
          <p:cNvSpPr txBox="1">
            <a:spLocks noGrp="1"/>
          </p:cNvSpPr>
          <p:nvPr>
            <p:ph type="body" idx="2"/>
          </p:nvPr>
        </p:nvSpPr>
        <p:spPr>
          <a:xfrm>
            <a:off x="3329431" y="1138291"/>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09" name="Google Shape;109;p244"/>
          <p:cNvSpPr>
            <a:spLocks noGrp="1"/>
          </p:cNvSpPr>
          <p:nvPr>
            <p:ph type="pic" idx="3"/>
          </p:nvPr>
        </p:nvSpPr>
        <p:spPr>
          <a:xfrm>
            <a:off x="624420" y="1705708"/>
            <a:ext cx="5248843" cy="3306280"/>
          </a:xfrm>
          <a:prstGeom prst="rect">
            <a:avLst/>
          </a:prstGeom>
          <a:noFill/>
          <a:ln>
            <a:noFill/>
          </a:ln>
        </p:spPr>
      </p:sp>
      <p:sp>
        <p:nvSpPr>
          <p:cNvPr id="110" name="Google Shape;110;p244"/>
          <p:cNvSpPr>
            <a:spLocks noGrp="1"/>
          </p:cNvSpPr>
          <p:nvPr>
            <p:ph type="pic" idx="4"/>
          </p:nvPr>
        </p:nvSpPr>
        <p:spPr>
          <a:xfrm>
            <a:off x="6318741" y="1705708"/>
            <a:ext cx="5248843" cy="330628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0_Top center title">
  <p:cSld name="10_Top center title">
    <p:spTree>
      <p:nvGrpSpPr>
        <p:cNvPr id="1" name="Shape 111"/>
        <p:cNvGrpSpPr/>
        <p:nvPr/>
      </p:nvGrpSpPr>
      <p:grpSpPr>
        <a:xfrm>
          <a:off x="0" y="0"/>
          <a:ext cx="0" cy="0"/>
          <a:chOff x="0" y="0"/>
          <a:chExt cx="0" cy="0"/>
        </a:xfrm>
      </p:grpSpPr>
      <p:sp>
        <p:nvSpPr>
          <p:cNvPr id="112" name="Google Shape;112;p245"/>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13" name="Google Shape;113;p245"/>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14" name="Google Shape;114;p245"/>
          <p:cNvSpPr>
            <a:spLocks noGrp="1"/>
          </p:cNvSpPr>
          <p:nvPr>
            <p:ph type="pic" idx="3"/>
          </p:nvPr>
        </p:nvSpPr>
        <p:spPr>
          <a:xfrm>
            <a:off x="1160588" y="2262559"/>
            <a:ext cx="2614243" cy="2614243"/>
          </a:xfrm>
          <a:prstGeom prst="rect">
            <a:avLst/>
          </a:prstGeom>
          <a:noFill/>
          <a:ln>
            <a:noFill/>
          </a:ln>
        </p:spPr>
      </p:sp>
      <p:sp>
        <p:nvSpPr>
          <p:cNvPr id="115" name="Google Shape;115;p245"/>
          <p:cNvSpPr>
            <a:spLocks noGrp="1"/>
          </p:cNvSpPr>
          <p:nvPr>
            <p:ph type="pic" idx="4"/>
          </p:nvPr>
        </p:nvSpPr>
        <p:spPr>
          <a:xfrm>
            <a:off x="4788879" y="2262559"/>
            <a:ext cx="2614243" cy="2614243"/>
          </a:xfrm>
          <a:prstGeom prst="rect">
            <a:avLst/>
          </a:prstGeom>
          <a:noFill/>
          <a:ln>
            <a:noFill/>
          </a:ln>
        </p:spPr>
      </p:sp>
      <p:sp>
        <p:nvSpPr>
          <p:cNvPr id="116" name="Google Shape;116;p245"/>
          <p:cNvSpPr>
            <a:spLocks noGrp="1"/>
          </p:cNvSpPr>
          <p:nvPr>
            <p:ph type="pic" idx="5"/>
          </p:nvPr>
        </p:nvSpPr>
        <p:spPr>
          <a:xfrm>
            <a:off x="8305797" y="2262559"/>
            <a:ext cx="2614243" cy="2614243"/>
          </a:xfrm>
          <a:prstGeom prst="rect">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7_Top center title">
  <p:cSld name="7_Top center title">
    <p:spTree>
      <p:nvGrpSpPr>
        <p:cNvPr id="1" name="Shape 117"/>
        <p:cNvGrpSpPr/>
        <p:nvPr/>
      </p:nvGrpSpPr>
      <p:grpSpPr>
        <a:xfrm>
          <a:off x="0" y="0"/>
          <a:ext cx="0" cy="0"/>
          <a:chOff x="0" y="0"/>
          <a:chExt cx="0" cy="0"/>
        </a:xfrm>
      </p:grpSpPr>
      <p:sp>
        <p:nvSpPr>
          <p:cNvPr id="118" name="Google Shape;118;p246"/>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19" name="Google Shape;119;p246"/>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20" name="Google Shape;120;p246"/>
          <p:cNvSpPr>
            <a:spLocks noGrp="1"/>
          </p:cNvSpPr>
          <p:nvPr>
            <p:ph type="pic" idx="3"/>
          </p:nvPr>
        </p:nvSpPr>
        <p:spPr>
          <a:xfrm>
            <a:off x="624418" y="2133604"/>
            <a:ext cx="2344613" cy="2344613"/>
          </a:xfrm>
          <a:prstGeom prst="rect">
            <a:avLst/>
          </a:prstGeom>
          <a:noFill/>
          <a:ln>
            <a:noFill/>
          </a:ln>
        </p:spPr>
      </p:sp>
      <p:sp>
        <p:nvSpPr>
          <p:cNvPr id="121" name="Google Shape;121;p246"/>
          <p:cNvSpPr>
            <a:spLocks noGrp="1"/>
          </p:cNvSpPr>
          <p:nvPr>
            <p:ph type="pic" idx="4"/>
          </p:nvPr>
        </p:nvSpPr>
        <p:spPr>
          <a:xfrm>
            <a:off x="3490708" y="2133604"/>
            <a:ext cx="2344613" cy="2344613"/>
          </a:xfrm>
          <a:prstGeom prst="rect">
            <a:avLst/>
          </a:prstGeom>
          <a:noFill/>
          <a:ln>
            <a:noFill/>
          </a:ln>
        </p:spPr>
      </p:sp>
      <p:sp>
        <p:nvSpPr>
          <p:cNvPr id="122" name="Google Shape;122;p246"/>
          <p:cNvSpPr>
            <a:spLocks noGrp="1"/>
          </p:cNvSpPr>
          <p:nvPr>
            <p:ph type="pic" idx="5"/>
          </p:nvPr>
        </p:nvSpPr>
        <p:spPr>
          <a:xfrm>
            <a:off x="6356999" y="2133604"/>
            <a:ext cx="2344613" cy="2344613"/>
          </a:xfrm>
          <a:prstGeom prst="rect">
            <a:avLst/>
          </a:prstGeom>
          <a:noFill/>
          <a:ln>
            <a:noFill/>
          </a:ln>
        </p:spPr>
      </p:sp>
      <p:sp>
        <p:nvSpPr>
          <p:cNvPr id="123" name="Google Shape;123;p246"/>
          <p:cNvSpPr>
            <a:spLocks noGrp="1"/>
          </p:cNvSpPr>
          <p:nvPr>
            <p:ph type="pic" idx="6"/>
          </p:nvPr>
        </p:nvSpPr>
        <p:spPr>
          <a:xfrm>
            <a:off x="9222971" y="2133604"/>
            <a:ext cx="2344613" cy="2344613"/>
          </a:xfrm>
          <a:prstGeom prst="rect">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8_Top center title">
  <p:cSld name="8_Top center title">
    <p:spTree>
      <p:nvGrpSpPr>
        <p:cNvPr id="1" name="Shape 124"/>
        <p:cNvGrpSpPr/>
        <p:nvPr/>
      </p:nvGrpSpPr>
      <p:grpSpPr>
        <a:xfrm>
          <a:off x="0" y="0"/>
          <a:ext cx="0" cy="0"/>
          <a:chOff x="0" y="0"/>
          <a:chExt cx="0" cy="0"/>
        </a:xfrm>
      </p:grpSpPr>
      <p:sp>
        <p:nvSpPr>
          <p:cNvPr id="125" name="Google Shape;125;p247"/>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26" name="Google Shape;126;p247"/>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27" name="Google Shape;127;p247"/>
          <p:cNvSpPr>
            <a:spLocks noGrp="1"/>
          </p:cNvSpPr>
          <p:nvPr>
            <p:ph type="pic" idx="3"/>
          </p:nvPr>
        </p:nvSpPr>
        <p:spPr>
          <a:xfrm>
            <a:off x="624418" y="2074991"/>
            <a:ext cx="1981196" cy="1981196"/>
          </a:xfrm>
          <a:prstGeom prst="rect">
            <a:avLst/>
          </a:prstGeom>
          <a:noFill/>
          <a:ln>
            <a:noFill/>
          </a:ln>
        </p:spPr>
      </p:sp>
      <p:sp>
        <p:nvSpPr>
          <p:cNvPr id="128" name="Google Shape;128;p247"/>
          <p:cNvSpPr>
            <a:spLocks noGrp="1"/>
          </p:cNvSpPr>
          <p:nvPr>
            <p:ph type="pic" idx="4"/>
          </p:nvPr>
        </p:nvSpPr>
        <p:spPr>
          <a:xfrm>
            <a:off x="2869443" y="2074991"/>
            <a:ext cx="1981196" cy="1981196"/>
          </a:xfrm>
          <a:prstGeom prst="rect">
            <a:avLst/>
          </a:prstGeom>
          <a:noFill/>
          <a:ln>
            <a:noFill/>
          </a:ln>
        </p:spPr>
      </p:sp>
      <p:sp>
        <p:nvSpPr>
          <p:cNvPr id="129" name="Google Shape;129;p247"/>
          <p:cNvSpPr>
            <a:spLocks noGrp="1"/>
          </p:cNvSpPr>
          <p:nvPr>
            <p:ph type="pic" idx="5"/>
          </p:nvPr>
        </p:nvSpPr>
        <p:spPr>
          <a:xfrm>
            <a:off x="5114470" y="2074991"/>
            <a:ext cx="1981196" cy="1981196"/>
          </a:xfrm>
          <a:prstGeom prst="rect">
            <a:avLst/>
          </a:prstGeom>
          <a:noFill/>
          <a:ln>
            <a:noFill/>
          </a:ln>
        </p:spPr>
      </p:sp>
      <p:sp>
        <p:nvSpPr>
          <p:cNvPr id="130" name="Google Shape;130;p247"/>
          <p:cNvSpPr>
            <a:spLocks noGrp="1"/>
          </p:cNvSpPr>
          <p:nvPr>
            <p:ph type="pic" idx="6"/>
          </p:nvPr>
        </p:nvSpPr>
        <p:spPr>
          <a:xfrm>
            <a:off x="7359497" y="2074991"/>
            <a:ext cx="1981196" cy="1981196"/>
          </a:xfrm>
          <a:prstGeom prst="rect">
            <a:avLst/>
          </a:prstGeom>
          <a:noFill/>
          <a:ln>
            <a:noFill/>
          </a:ln>
        </p:spPr>
      </p:sp>
      <p:sp>
        <p:nvSpPr>
          <p:cNvPr id="131" name="Google Shape;131;p247"/>
          <p:cNvSpPr>
            <a:spLocks noGrp="1"/>
          </p:cNvSpPr>
          <p:nvPr>
            <p:ph type="pic" idx="7"/>
          </p:nvPr>
        </p:nvSpPr>
        <p:spPr>
          <a:xfrm>
            <a:off x="9604523" y="2074991"/>
            <a:ext cx="1981196" cy="1981196"/>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9_Top center title">
  <p:cSld name="9_Top center title">
    <p:spTree>
      <p:nvGrpSpPr>
        <p:cNvPr id="1" name="Shape 132"/>
        <p:cNvGrpSpPr/>
        <p:nvPr/>
      </p:nvGrpSpPr>
      <p:grpSpPr>
        <a:xfrm>
          <a:off x="0" y="0"/>
          <a:ext cx="0" cy="0"/>
          <a:chOff x="0" y="0"/>
          <a:chExt cx="0" cy="0"/>
        </a:xfrm>
      </p:grpSpPr>
      <p:sp>
        <p:nvSpPr>
          <p:cNvPr id="133" name="Google Shape;133;p248"/>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34" name="Google Shape;134;p248"/>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35" name="Google Shape;135;p248"/>
          <p:cNvSpPr>
            <a:spLocks noGrp="1"/>
          </p:cNvSpPr>
          <p:nvPr>
            <p:ph type="pic" idx="3"/>
          </p:nvPr>
        </p:nvSpPr>
        <p:spPr>
          <a:xfrm>
            <a:off x="624418" y="2074991"/>
            <a:ext cx="1981196" cy="1981196"/>
          </a:xfrm>
          <a:prstGeom prst="rect">
            <a:avLst/>
          </a:prstGeom>
          <a:noFill/>
          <a:ln>
            <a:noFill/>
          </a:ln>
        </p:spPr>
      </p:sp>
      <p:sp>
        <p:nvSpPr>
          <p:cNvPr id="136" name="Google Shape;136;p248"/>
          <p:cNvSpPr>
            <a:spLocks noGrp="1"/>
          </p:cNvSpPr>
          <p:nvPr>
            <p:ph type="pic" idx="4"/>
          </p:nvPr>
        </p:nvSpPr>
        <p:spPr>
          <a:xfrm>
            <a:off x="624418" y="4290653"/>
            <a:ext cx="1981196" cy="1981196"/>
          </a:xfrm>
          <a:prstGeom prst="rect">
            <a:avLst/>
          </a:prstGeom>
          <a:noFill/>
          <a:ln>
            <a:noFill/>
          </a:ln>
        </p:spPr>
      </p:sp>
      <p:sp>
        <p:nvSpPr>
          <p:cNvPr id="137" name="Google Shape;137;p248"/>
          <p:cNvSpPr>
            <a:spLocks noGrp="1"/>
          </p:cNvSpPr>
          <p:nvPr>
            <p:ph type="pic" idx="5"/>
          </p:nvPr>
        </p:nvSpPr>
        <p:spPr>
          <a:xfrm>
            <a:off x="6096001" y="2074991"/>
            <a:ext cx="1981196" cy="1981196"/>
          </a:xfrm>
          <a:prstGeom prst="rect">
            <a:avLst/>
          </a:prstGeom>
          <a:noFill/>
          <a:ln>
            <a:noFill/>
          </a:ln>
        </p:spPr>
      </p:sp>
      <p:sp>
        <p:nvSpPr>
          <p:cNvPr id="138" name="Google Shape;138;p248"/>
          <p:cNvSpPr>
            <a:spLocks noGrp="1"/>
          </p:cNvSpPr>
          <p:nvPr>
            <p:ph type="pic" idx="6"/>
          </p:nvPr>
        </p:nvSpPr>
        <p:spPr>
          <a:xfrm>
            <a:off x="6096001" y="4290653"/>
            <a:ext cx="1981196" cy="1981196"/>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2_Top center title">
  <p:cSld name="2_Top center title">
    <p:spTree>
      <p:nvGrpSpPr>
        <p:cNvPr id="1" name="Shape 139"/>
        <p:cNvGrpSpPr/>
        <p:nvPr/>
      </p:nvGrpSpPr>
      <p:grpSpPr>
        <a:xfrm>
          <a:off x="0" y="0"/>
          <a:ext cx="0" cy="0"/>
          <a:chOff x="0" y="0"/>
          <a:chExt cx="0" cy="0"/>
        </a:xfrm>
      </p:grpSpPr>
      <p:sp>
        <p:nvSpPr>
          <p:cNvPr id="140" name="Google Shape;140;p249"/>
          <p:cNvSpPr txBox="1">
            <a:spLocks noGrp="1"/>
          </p:cNvSpPr>
          <p:nvPr>
            <p:ph type="body" idx="1"/>
          </p:nvPr>
        </p:nvSpPr>
        <p:spPr>
          <a:xfrm>
            <a:off x="3329431" y="849205"/>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1" name="Google Shape;141;p249"/>
          <p:cNvSpPr txBox="1">
            <a:spLocks noGrp="1"/>
          </p:cNvSpPr>
          <p:nvPr>
            <p:ph type="body" idx="2"/>
          </p:nvPr>
        </p:nvSpPr>
        <p:spPr>
          <a:xfrm>
            <a:off x="3329431" y="1677787"/>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2" name="Google Shape;142;p249"/>
          <p:cNvSpPr txBox="1">
            <a:spLocks noGrp="1"/>
          </p:cNvSpPr>
          <p:nvPr>
            <p:ph type="body" idx="3"/>
          </p:nvPr>
        </p:nvSpPr>
        <p:spPr>
          <a:xfrm>
            <a:off x="1033355"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3" name="Google Shape;143;p249"/>
          <p:cNvSpPr/>
          <p:nvPr/>
        </p:nvSpPr>
        <p:spPr>
          <a:xfrm flipH="1">
            <a:off x="682508" y="5595943"/>
            <a:ext cx="240000" cy="2400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7F7F7F"/>
              </a:solidFill>
              <a:latin typeface="Raleway Black"/>
              <a:ea typeface="Raleway Black"/>
              <a:cs typeface="Raleway Black"/>
              <a:sym typeface="Raleway Black"/>
            </a:endParaRPr>
          </a:p>
        </p:txBody>
      </p:sp>
      <p:sp>
        <p:nvSpPr>
          <p:cNvPr id="144" name="Google Shape;144;p249"/>
          <p:cNvSpPr txBox="1">
            <a:spLocks noGrp="1"/>
          </p:cNvSpPr>
          <p:nvPr>
            <p:ph type="body" idx="4"/>
          </p:nvPr>
        </p:nvSpPr>
        <p:spPr>
          <a:xfrm>
            <a:off x="1033355"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5" name="Google Shape;145;p249"/>
          <p:cNvSpPr/>
          <p:nvPr/>
        </p:nvSpPr>
        <p:spPr>
          <a:xfrm flipH="1">
            <a:off x="682508" y="6002343"/>
            <a:ext cx="240000" cy="2400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7F7F7F"/>
              </a:solidFill>
              <a:latin typeface="Raleway Black"/>
              <a:ea typeface="Raleway Black"/>
              <a:cs typeface="Raleway Black"/>
              <a:sym typeface="Raleway Black"/>
            </a:endParaRPr>
          </a:p>
        </p:txBody>
      </p:sp>
      <p:sp>
        <p:nvSpPr>
          <p:cNvPr id="146" name="Google Shape;146;p249"/>
          <p:cNvSpPr txBox="1">
            <a:spLocks noGrp="1"/>
          </p:cNvSpPr>
          <p:nvPr>
            <p:ph type="body" idx="5"/>
          </p:nvPr>
        </p:nvSpPr>
        <p:spPr>
          <a:xfrm>
            <a:off x="3806016"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7" name="Google Shape;147;p249"/>
          <p:cNvSpPr/>
          <p:nvPr/>
        </p:nvSpPr>
        <p:spPr>
          <a:xfrm flipH="1">
            <a:off x="3455169" y="5595943"/>
            <a:ext cx="240000" cy="2400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A5A5A5"/>
              </a:solidFill>
              <a:latin typeface="Raleway Black"/>
              <a:ea typeface="Raleway Black"/>
              <a:cs typeface="Raleway Black"/>
              <a:sym typeface="Raleway Black"/>
            </a:endParaRPr>
          </a:p>
        </p:txBody>
      </p:sp>
      <p:sp>
        <p:nvSpPr>
          <p:cNvPr id="148" name="Google Shape;148;p249"/>
          <p:cNvSpPr txBox="1">
            <a:spLocks noGrp="1"/>
          </p:cNvSpPr>
          <p:nvPr>
            <p:ph type="body" idx="6"/>
          </p:nvPr>
        </p:nvSpPr>
        <p:spPr>
          <a:xfrm>
            <a:off x="3806016"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9" name="Google Shape;149;p249"/>
          <p:cNvSpPr/>
          <p:nvPr/>
        </p:nvSpPr>
        <p:spPr>
          <a:xfrm flipH="1">
            <a:off x="3455169" y="6002343"/>
            <a:ext cx="240000" cy="2400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A5A5A5"/>
              </a:solidFill>
              <a:latin typeface="Raleway Black"/>
              <a:ea typeface="Raleway Black"/>
              <a:cs typeface="Raleway Black"/>
              <a:sym typeface="Raleway Black"/>
            </a:endParaRPr>
          </a:p>
        </p:txBody>
      </p:sp>
      <p:sp>
        <p:nvSpPr>
          <p:cNvPr id="150" name="Google Shape;150;p249"/>
          <p:cNvSpPr txBox="1">
            <a:spLocks noGrp="1"/>
          </p:cNvSpPr>
          <p:nvPr>
            <p:ph type="body" idx="7"/>
          </p:nvPr>
        </p:nvSpPr>
        <p:spPr>
          <a:xfrm>
            <a:off x="6494011"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51" name="Google Shape;151;p249"/>
          <p:cNvSpPr/>
          <p:nvPr/>
        </p:nvSpPr>
        <p:spPr>
          <a:xfrm flipH="1">
            <a:off x="6143164" y="5595943"/>
            <a:ext cx="240000" cy="2400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A5A5A5"/>
              </a:solidFill>
              <a:latin typeface="Raleway Black"/>
              <a:ea typeface="Raleway Black"/>
              <a:cs typeface="Raleway Black"/>
              <a:sym typeface="Raleway Black"/>
            </a:endParaRPr>
          </a:p>
        </p:txBody>
      </p:sp>
      <p:sp>
        <p:nvSpPr>
          <p:cNvPr id="152" name="Google Shape;152;p249"/>
          <p:cNvSpPr txBox="1">
            <a:spLocks noGrp="1"/>
          </p:cNvSpPr>
          <p:nvPr>
            <p:ph type="body" idx="8"/>
          </p:nvPr>
        </p:nvSpPr>
        <p:spPr>
          <a:xfrm>
            <a:off x="6494011"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53" name="Google Shape;153;p249"/>
          <p:cNvSpPr/>
          <p:nvPr/>
        </p:nvSpPr>
        <p:spPr>
          <a:xfrm flipH="1">
            <a:off x="6143164" y="6002343"/>
            <a:ext cx="240000" cy="240000"/>
          </a:xfrm>
          <a:prstGeom prst="ellipse">
            <a:avLst/>
          </a:prstGeom>
          <a:solidFill>
            <a:srgbClr val="4836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A5A5A5"/>
              </a:solidFill>
              <a:latin typeface="Raleway Black"/>
              <a:ea typeface="Raleway Black"/>
              <a:cs typeface="Raleway Black"/>
              <a:sym typeface="Raleway Black"/>
            </a:endParaRPr>
          </a:p>
        </p:txBody>
      </p:sp>
      <p:sp>
        <p:nvSpPr>
          <p:cNvPr id="154" name="Google Shape;154;p249"/>
          <p:cNvSpPr txBox="1">
            <a:spLocks noGrp="1"/>
          </p:cNvSpPr>
          <p:nvPr>
            <p:ph type="body" idx="9"/>
          </p:nvPr>
        </p:nvSpPr>
        <p:spPr>
          <a:xfrm>
            <a:off x="9182005"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55" name="Google Shape;155;p249"/>
          <p:cNvSpPr/>
          <p:nvPr/>
        </p:nvSpPr>
        <p:spPr>
          <a:xfrm flipH="1">
            <a:off x="8831159" y="5595943"/>
            <a:ext cx="240000" cy="240000"/>
          </a:xfrm>
          <a:prstGeom prst="ellipse">
            <a:avLst/>
          </a:prstGeom>
          <a:solidFill>
            <a:srgbClr val="50771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A5A5A5"/>
              </a:solidFill>
              <a:latin typeface="Raleway Black"/>
              <a:ea typeface="Raleway Black"/>
              <a:cs typeface="Raleway Black"/>
              <a:sym typeface="Raleway Black"/>
            </a:endParaRPr>
          </a:p>
        </p:txBody>
      </p:sp>
      <p:sp>
        <p:nvSpPr>
          <p:cNvPr id="156" name="Google Shape;156;p249"/>
          <p:cNvSpPr txBox="1">
            <a:spLocks noGrp="1"/>
          </p:cNvSpPr>
          <p:nvPr>
            <p:ph type="body" idx="13"/>
          </p:nvPr>
        </p:nvSpPr>
        <p:spPr>
          <a:xfrm>
            <a:off x="9182005"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57" name="Google Shape;157;p249"/>
          <p:cNvSpPr/>
          <p:nvPr/>
        </p:nvSpPr>
        <p:spPr>
          <a:xfrm flipH="1">
            <a:off x="8831159" y="6002343"/>
            <a:ext cx="240000" cy="240000"/>
          </a:xfrm>
          <a:prstGeom prst="ellipse">
            <a:avLst/>
          </a:prstGeom>
          <a:solidFill>
            <a:srgbClr val="14425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A5A5A5"/>
              </a:solidFill>
              <a:latin typeface="Raleway Black"/>
              <a:ea typeface="Raleway Black"/>
              <a:cs typeface="Raleway Black"/>
              <a:sym typeface="Raleway Black"/>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3_Top center title">
  <p:cSld name="3_Top center title">
    <p:spTree>
      <p:nvGrpSpPr>
        <p:cNvPr id="1" name="Shape 158"/>
        <p:cNvGrpSpPr/>
        <p:nvPr/>
      </p:nvGrpSpPr>
      <p:grpSpPr>
        <a:xfrm>
          <a:off x="0" y="0"/>
          <a:ext cx="0" cy="0"/>
          <a:chOff x="0" y="0"/>
          <a:chExt cx="0" cy="0"/>
        </a:xfrm>
      </p:grpSpPr>
      <p:sp>
        <p:nvSpPr>
          <p:cNvPr id="159" name="Google Shape;159;p250"/>
          <p:cNvSpPr txBox="1">
            <a:spLocks noGrp="1"/>
          </p:cNvSpPr>
          <p:nvPr>
            <p:ph type="body" idx="1"/>
          </p:nvPr>
        </p:nvSpPr>
        <p:spPr>
          <a:xfrm>
            <a:off x="3329431" y="19561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60" name="Google Shape;160;p250"/>
          <p:cNvSpPr txBox="1">
            <a:spLocks noGrp="1"/>
          </p:cNvSpPr>
          <p:nvPr>
            <p:ph type="body" idx="2"/>
          </p:nvPr>
        </p:nvSpPr>
        <p:spPr>
          <a:xfrm>
            <a:off x="3329431" y="102419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61" name="Google Shape;161;p250"/>
          <p:cNvSpPr/>
          <p:nvPr/>
        </p:nvSpPr>
        <p:spPr>
          <a:xfrm>
            <a:off x="1050232" y="1656563"/>
            <a:ext cx="2112000" cy="2111997"/>
          </a:xfrm>
          <a:prstGeom prst="arc">
            <a:avLst>
              <a:gd name="adj1" fmla="val 11622373"/>
              <a:gd name="adj2" fmla="val 10303517"/>
            </a:avLst>
          </a:prstGeom>
          <a:noFill/>
          <a:ln w="127000" cap="sq" cmpd="sng">
            <a:solidFill>
              <a:schemeClr val="accent2"/>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162" name="Google Shape;162;p250"/>
          <p:cNvSpPr/>
          <p:nvPr/>
        </p:nvSpPr>
        <p:spPr>
          <a:xfrm>
            <a:off x="710333" y="2347948"/>
            <a:ext cx="749283" cy="74927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163" name="Google Shape;163;p250"/>
          <p:cNvSpPr txBox="1">
            <a:spLocks noGrp="1"/>
          </p:cNvSpPr>
          <p:nvPr>
            <p:ph type="body" idx="3"/>
          </p:nvPr>
        </p:nvSpPr>
        <p:spPr>
          <a:xfrm>
            <a:off x="732028" y="230286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64" name="Google Shape;164;p250"/>
          <p:cNvSpPr>
            <a:spLocks noGrp="1"/>
          </p:cNvSpPr>
          <p:nvPr>
            <p:ph type="pic" idx="4"/>
          </p:nvPr>
        </p:nvSpPr>
        <p:spPr>
          <a:xfrm>
            <a:off x="1308070" y="1814003"/>
            <a:ext cx="1692180" cy="1775640"/>
          </a:xfrm>
          <a:prstGeom prst="rect">
            <a:avLst/>
          </a:prstGeom>
          <a:noFill/>
          <a:ln>
            <a:noFill/>
          </a:ln>
        </p:spPr>
      </p:sp>
      <p:sp>
        <p:nvSpPr>
          <p:cNvPr id="165" name="Google Shape;165;p250"/>
          <p:cNvSpPr/>
          <p:nvPr/>
        </p:nvSpPr>
        <p:spPr>
          <a:xfrm>
            <a:off x="6492164" y="1656563"/>
            <a:ext cx="2112000" cy="2111997"/>
          </a:xfrm>
          <a:prstGeom prst="arc">
            <a:avLst>
              <a:gd name="adj1" fmla="val 11622373"/>
              <a:gd name="adj2" fmla="val 10303517"/>
            </a:avLst>
          </a:prstGeom>
          <a:noFill/>
          <a:ln w="127000" cap="sq" cmpd="sng">
            <a:solidFill>
              <a:schemeClr val="accent3"/>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166" name="Google Shape;166;p250"/>
          <p:cNvSpPr/>
          <p:nvPr/>
        </p:nvSpPr>
        <p:spPr>
          <a:xfrm>
            <a:off x="6152265" y="2347948"/>
            <a:ext cx="749283" cy="749277"/>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167" name="Google Shape;167;p250"/>
          <p:cNvSpPr txBox="1">
            <a:spLocks noGrp="1"/>
          </p:cNvSpPr>
          <p:nvPr>
            <p:ph type="body" idx="5"/>
          </p:nvPr>
        </p:nvSpPr>
        <p:spPr>
          <a:xfrm>
            <a:off x="6173960" y="230286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68" name="Google Shape;168;p250"/>
          <p:cNvSpPr>
            <a:spLocks noGrp="1"/>
          </p:cNvSpPr>
          <p:nvPr>
            <p:ph type="pic" idx="6"/>
          </p:nvPr>
        </p:nvSpPr>
        <p:spPr>
          <a:xfrm>
            <a:off x="6750002" y="1814003"/>
            <a:ext cx="1692180" cy="1775640"/>
          </a:xfrm>
          <a:prstGeom prst="rect">
            <a:avLst/>
          </a:prstGeom>
          <a:noFill/>
          <a:ln>
            <a:noFill/>
          </a:ln>
        </p:spPr>
      </p:sp>
      <p:sp>
        <p:nvSpPr>
          <p:cNvPr id="169" name="Google Shape;169;p250"/>
          <p:cNvSpPr/>
          <p:nvPr/>
        </p:nvSpPr>
        <p:spPr>
          <a:xfrm>
            <a:off x="1050232" y="4182244"/>
            <a:ext cx="2112000" cy="2111997"/>
          </a:xfrm>
          <a:prstGeom prst="arc">
            <a:avLst>
              <a:gd name="adj1" fmla="val 11622373"/>
              <a:gd name="adj2" fmla="val 10303517"/>
            </a:avLst>
          </a:prstGeom>
          <a:noFill/>
          <a:ln w="127000" cap="sq" cmpd="sng">
            <a:solidFill>
              <a:schemeClr val="accent4"/>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170" name="Google Shape;170;p250"/>
          <p:cNvSpPr/>
          <p:nvPr/>
        </p:nvSpPr>
        <p:spPr>
          <a:xfrm>
            <a:off x="710333" y="4873630"/>
            <a:ext cx="749283" cy="749277"/>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171" name="Google Shape;171;p250"/>
          <p:cNvSpPr txBox="1">
            <a:spLocks noGrp="1"/>
          </p:cNvSpPr>
          <p:nvPr>
            <p:ph type="body" idx="7"/>
          </p:nvPr>
        </p:nvSpPr>
        <p:spPr>
          <a:xfrm>
            <a:off x="732028" y="4828546"/>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72" name="Google Shape;172;p250"/>
          <p:cNvSpPr>
            <a:spLocks noGrp="1"/>
          </p:cNvSpPr>
          <p:nvPr>
            <p:ph type="pic" idx="8"/>
          </p:nvPr>
        </p:nvSpPr>
        <p:spPr>
          <a:xfrm>
            <a:off x="1308070" y="4339684"/>
            <a:ext cx="1692180" cy="1775640"/>
          </a:xfrm>
          <a:prstGeom prst="rect">
            <a:avLst/>
          </a:prstGeom>
          <a:noFill/>
          <a:ln>
            <a:noFill/>
          </a:ln>
        </p:spPr>
      </p:sp>
      <p:sp>
        <p:nvSpPr>
          <p:cNvPr id="173" name="Google Shape;173;p250"/>
          <p:cNvSpPr/>
          <p:nvPr/>
        </p:nvSpPr>
        <p:spPr>
          <a:xfrm>
            <a:off x="6492164" y="4182244"/>
            <a:ext cx="2112000" cy="2111997"/>
          </a:xfrm>
          <a:prstGeom prst="arc">
            <a:avLst>
              <a:gd name="adj1" fmla="val 11622373"/>
              <a:gd name="adj2" fmla="val 10303517"/>
            </a:avLst>
          </a:prstGeom>
          <a:noFill/>
          <a:ln w="127000" cap="sq" cmpd="sng">
            <a:solidFill>
              <a:schemeClr val="accent5"/>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174" name="Google Shape;174;p250"/>
          <p:cNvSpPr/>
          <p:nvPr/>
        </p:nvSpPr>
        <p:spPr>
          <a:xfrm>
            <a:off x="6152265" y="4873630"/>
            <a:ext cx="749283" cy="749277"/>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175" name="Google Shape;175;p250"/>
          <p:cNvSpPr txBox="1">
            <a:spLocks noGrp="1"/>
          </p:cNvSpPr>
          <p:nvPr>
            <p:ph type="body" idx="9"/>
          </p:nvPr>
        </p:nvSpPr>
        <p:spPr>
          <a:xfrm>
            <a:off x="6173960" y="4828546"/>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76" name="Google Shape;176;p250"/>
          <p:cNvSpPr>
            <a:spLocks noGrp="1"/>
          </p:cNvSpPr>
          <p:nvPr>
            <p:ph type="pic" idx="13"/>
          </p:nvPr>
        </p:nvSpPr>
        <p:spPr>
          <a:xfrm>
            <a:off x="6750002" y="4339684"/>
            <a:ext cx="1692180" cy="177564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Right top title">
  <p:cSld name="Right top title">
    <p:spTree>
      <p:nvGrpSpPr>
        <p:cNvPr id="1" name="Shape 177"/>
        <p:cNvGrpSpPr/>
        <p:nvPr/>
      </p:nvGrpSpPr>
      <p:grpSpPr>
        <a:xfrm>
          <a:off x="0" y="0"/>
          <a:ext cx="0" cy="0"/>
          <a:chOff x="0" y="0"/>
          <a:chExt cx="0" cy="0"/>
        </a:xfrm>
      </p:grpSpPr>
      <p:sp>
        <p:nvSpPr>
          <p:cNvPr id="178" name="Google Shape;178;p251"/>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79" name="Google Shape;179;p251"/>
          <p:cNvSpPr txBox="1">
            <a:spLocks noGrp="1"/>
          </p:cNvSpPr>
          <p:nvPr>
            <p:ph type="body" idx="2"/>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treghts">
  <p:cSld name="Streghts">
    <p:spTree>
      <p:nvGrpSpPr>
        <p:cNvPr id="1" name="Shape 180"/>
        <p:cNvGrpSpPr/>
        <p:nvPr/>
      </p:nvGrpSpPr>
      <p:grpSpPr>
        <a:xfrm>
          <a:off x="0" y="0"/>
          <a:ext cx="0" cy="0"/>
          <a:chOff x="0" y="0"/>
          <a:chExt cx="0" cy="0"/>
        </a:xfrm>
      </p:grpSpPr>
      <p:sp>
        <p:nvSpPr>
          <p:cNvPr id="181" name="Google Shape;181;p252"/>
          <p:cNvSpPr>
            <a:spLocks noGrp="1"/>
          </p:cNvSpPr>
          <p:nvPr>
            <p:ph type="pic" idx="2"/>
          </p:nvPr>
        </p:nvSpPr>
        <p:spPr>
          <a:xfrm>
            <a:off x="1348366" y="989762"/>
            <a:ext cx="3433996" cy="4740476"/>
          </a:xfrm>
          <a:prstGeom prst="rect">
            <a:avLst/>
          </a:prstGeom>
          <a:noFill/>
          <a:ln>
            <a:noFill/>
          </a:ln>
        </p:spPr>
      </p:sp>
      <p:sp>
        <p:nvSpPr>
          <p:cNvPr id="182" name="Google Shape;182;p252"/>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83" name="Google Shape;183;p252"/>
          <p:cNvSpPr txBox="1">
            <a:spLocks noGrp="1"/>
          </p:cNvSpPr>
          <p:nvPr>
            <p:ph type="body" idx="3"/>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Weacknesses">
  <p:cSld name="Weacknesses">
    <p:spTree>
      <p:nvGrpSpPr>
        <p:cNvPr id="1" name="Shape 184"/>
        <p:cNvGrpSpPr/>
        <p:nvPr/>
      </p:nvGrpSpPr>
      <p:grpSpPr>
        <a:xfrm>
          <a:off x="0" y="0"/>
          <a:ext cx="0" cy="0"/>
          <a:chOff x="0" y="0"/>
          <a:chExt cx="0" cy="0"/>
        </a:xfrm>
      </p:grpSpPr>
      <p:sp>
        <p:nvSpPr>
          <p:cNvPr id="185" name="Google Shape;185;p253"/>
          <p:cNvSpPr>
            <a:spLocks noGrp="1"/>
          </p:cNvSpPr>
          <p:nvPr>
            <p:ph type="pic" idx="2"/>
          </p:nvPr>
        </p:nvSpPr>
        <p:spPr>
          <a:xfrm>
            <a:off x="6202129" y="989762"/>
            <a:ext cx="5259327" cy="4897868"/>
          </a:xfrm>
          <a:prstGeom prst="rect">
            <a:avLst/>
          </a:prstGeom>
          <a:noFill/>
          <a:ln>
            <a:noFill/>
          </a:ln>
        </p:spPr>
      </p:sp>
      <p:sp>
        <p:nvSpPr>
          <p:cNvPr id="186" name="Google Shape;186;p253"/>
          <p:cNvSpPr txBox="1">
            <a:spLocks noGrp="1"/>
          </p:cNvSpPr>
          <p:nvPr>
            <p:ph type="body" idx="1"/>
          </p:nvPr>
        </p:nvSpPr>
        <p:spPr>
          <a:xfrm>
            <a:off x="624416"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87" name="Google Shape;187;p253"/>
          <p:cNvSpPr txBox="1">
            <a:spLocks noGrp="1"/>
          </p:cNvSpPr>
          <p:nvPr>
            <p:ph type="body" idx="3"/>
          </p:nvPr>
        </p:nvSpPr>
        <p:spPr>
          <a:xfrm>
            <a:off x="624416"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Oportunities">
  <p:cSld name="Oportunities">
    <p:spTree>
      <p:nvGrpSpPr>
        <p:cNvPr id="1" name="Shape 188"/>
        <p:cNvGrpSpPr/>
        <p:nvPr/>
      </p:nvGrpSpPr>
      <p:grpSpPr>
        <a:xfrm>
          <a:off x="0" y="0"/>
          <a:ext cx="0" cy="0"/>
          <a:chOff x="0" y="0"/>
          <a:chExt cx="0" cy="0"/>
        </a:xfrm>
      </p:grpSpPr>
      <p:sp>
        <p:nvSpPr>
          <p:cNvPr id="189" name="Google Shape;189;p254"/>
          <p:cNvSpPr>
            <a:spLocks noGrp="1"/>
          </p:cNvSpPr>
          <p:nvPr>
            <p:ph type="pic" idx="2"/>
          </p:nvPr>
        </p:nvSpPr>
        <p:spPr>
          <a:xfrm>
            <a:off x="1066285" y="959478"/>
            <a:ext cx="4276177" cy="5307917"/>
          </a:xfrm>
          <a:prstGeom prst="rect">
            <a:avLst/>
          </a:prstGeom>
          <a:noFill/>
          <a:ln>
            <a:noFill/>
          </a:ln>
        </p:spPr>
      </p:sp>
      <p:sp>
        <p:nvSpPr>
          <p:cNvPr id="190" name="Google Shape;190;p254"/>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91" name="Google Shape;191;p254"/>
          <p:cNvSpPr txBox="1">
            <a:spLocks noGrp="1"/>
          </p:cNvSpPr>
          <p:nvPr>
            <p:ph type="body" idx="3"/>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hreats">
  <p:cSld name="Threats">
    <p:spTree>
      <p:nvGrpSpPr>
        <p:cNvPr id="1" name="Shape 192"/>
        <p:cNvGrpSpPr/>
        <p:nvPr/>
      </p:nvGrpSpPr>
      <p:grpSpPr>
        <a:xfrm>
          <a:off x="0" y="0"/>
          <a:ext cx="0" cy="0"/>
          <a:chOff x="0" y="0"/>
          <a:chExt cx="0" cy="0"/>
        </a:xfrm>
      </p:grpSpPr>
      <p:sp>
        <p:nvSpPr>
          <p:cNvPr id="193" name="Google Shape;193;p255"/>
          <p:cNvSpPr>
            <a:spLocks noGrp="1"/>
          </p:cNvSpPr>
          <p:nvPr>
            <p:ph type="pic" idx="2"/>
          </p:nvPr>
        </p:nvSpPr>
        <p:spPr>
          <a:xfrm>
            <a:off x="7040660" y="973997"/>
            <a:ext cx="3582264" cy="5631793"/>
          </a:xfrm>
          <a:prstGeom prst="rect">
            <a:avLst/>
          </a:prstGeom>
          <a:noFill/>
          <a:ln>
            <a:noFill/>
          </a:ln>
        </p:spPr>
      </p:sp>
      <p:sp>
        <p:nvSpPr>
          <p:cNvPr id="194" name="Google Shape;194;p255"/>
          <p:cNvSpPr txBox="1">
            <a:spLocks noGrp="1"/>
          </p:cNvSpPr>
          <p:nvPr>
            <p:ph type="body" idx="1"/>
          </p:nvPr>
        </p:nvSpPr>
        <p:spPr>
          <a:xfrm>
            <a:off x="624417"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95" name="Google Shape;195;p255"/>
          <p:cNvSpPr txBox="1">
            <a:spLocks noGrp="1"/>
          </p:cNvSpPr>
          <p:nvPr>
            <p:ph type="body" idx="3"/>
          </p:nvPr>
        </p:nvSpPr>
        <p:spPr>
          <a:xfrm>
            <a:off x="624417"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_Top center title">
  <p:cSld name="1_Top center title">
    <p:spTree>
      <p:nvGrpSpPr>
        <p:cNvPr id="1" name="Shape 196"/>
        <p:cNvGrpSpPr/>
        <p:nvPr/>
      </p:nvGrpSpPr>
      <p:grpSpPr>
        <a:xfrm>
          <a:off x="0" y="0"/>
          <a:ext cx="0" cy="0"/>
          <a:chOff x="0" y="0"/>
          <a:chExt cx="0" cy="0"/>
        </a:xfrm>
      </p:grpSpPr>
      <p:sp>
        <p:nvSpPr>
          <p:cNvPr id="197" name="Google Shape;197;p256"/>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98" name="Google Shape;198;p256"/>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99" name="Google Shape;199;p256"/>
          <p:cNvSpPr/>
          <p:nvPr/>
        </p:nvSpPr>
        <p:spPr>
          <a:xfrm>
            <a:off x="996833" y="2023904"/>
            <a:ext cx="2880004" cy="2880000"/>
          </a:xfrm>
          <a:prstGeom prst="ellipse">
            <a:avLst/>
          </a:prstGeom>
          <a:noFill/>
          <a:ln w="381000" cap="rnd"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200" name="Google Shape;200;p256"/>
          <p:cNvSpPr/>
          <p:nvPr/>
        </p:nvSpPr>
        <p:spPr>
          <a:xfrm>
            <a:off x="4654431" y="2023904"/>
            <a:ext cx="2880004" cy="2880000"/>
          </a:xfrm>
          <a:prstGeom prst="ellipse">
            <a:avLst/>
          </a:prstGeom>
          <a:noFill/>
          <a:ln w="381000" cap="rnd"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201" name="Google Shape;201;p256"/>
          <p:cNvSpPr/>
          <p:nvPr/>
        </p:nvSpPr>
        <p:spPr>
          <a:xfrm>
            <a:off x="8334609" y="2023904"/>
            <a:ext cx="2880004" cy="2880000"/>
          </a:xfrm>
          <a:prstGeom prst="ellipse">
            <a:avLst/>
          </a:prstGeom>
          <a:noFill/>
          <a:ln w="381000" cap="rnd"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202" name="Google Shape;202;p256"/>
          <p:cNvSpPr/>
          <p:nvPr/>
        </p:nvSpPr>
        <p:spPr>
          <a:xfrm>
            <a:off x="3873618" y="3114585"/>
            <a:ext cx="816001" cy="815999"/>
          </a:xfrm>
          <a:prstGeom prst="ellipse">
            <a:avLst/>
          </a:prstGeom>
          <a:solidFill>
            <a:srgbClr val="4836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203" name="Google Shape;203;p256"/>
          <p:cNvSpPr/>
          <p:nvPr/>
        </p:nvSpPr>
        <p:spPr>
          <a:xfrm>
            <a:off x="7514986" y="3114585"/>
            <a:ext cx="816001" cy="815999"/>
          </a:xfrm>
          <a:prstGeom prst="ellipse">
            <a:avLst/>
          </a:prstGeom>
          <a:solidFill>
            <a:srgbClr val="50771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204" name="Google Shape;204;p256"/>
          <p:cNvSpPr>
            <a:spLocks noGrp="1"/>
          </p:cNvSpPr>
          <p:nvPr>
            <p:ph type="pic" idx="3"/>
          </p:nvPr>
        </p:nvSpPr>
        <p:spPr>
          <a:xfrm>
            <a:off x="874187" y="1912129"/>
            <a:ext cx="3072984" cy="3120000"/>
          </a:xfrm>
          <a:prstGeom prst="rect">
            <a:avLst/>
          </a:prstGeom>
          <a:noFill/>
          <a:ln>
            <a:noFill/>
          </a:ln>
        </p:spPr>
      </p:sp>
      <p:sp>
        <p:nvSpPr>
          <p:cNvPr id="205" name="Google Shape;205;p256"/>
          <p:cNvSpPr>
            <a:spLocks noGrp="1"/>
          </p:cNvSpPr>
          <p:nvPr>
            <p:ph type="pic" idx="4"/>
          </p:nvPr>
        </p:nvSpPr>
        <p:spPr>
          <a:xfrm>
            <a:off x="4585804" y="1912129"/>
            <a:ext cx="3016120" cy="3120000"/>
          </a:xfrm>
          <a:prstGeom prst="rect">
            <a:avLst/>
          </a:prstGeom>
          <a:noFill/>
          <a:ln>
            <a:noFill/>
          </a:ln>
        </p:spPr>
      </p:sp>
      <p:sp>
        <p:nvSpPr>
          <p:cNvPr id="206" name="Google Shape;206;p256"/>
          <p:cNvSpPr>
            <a:spLocks noGrp="1"/>
          </p:cNvSpPr>
          <p:nvPr>
            <p:ph type="pic" idx="5"/>
          </p:nvPr>
        </p:nvSpPr>
        <p:spPr>
          <a:xfrm>
            <a:off x="8254103" y="1912129"/>
            <a:ext cx="3071508" cy="3120000"/>
          </a:xfrm>
          <a:prstGeom prst="rect">
            <a:avLst/>
          </a:prstGeom>
          <a:noFill/>
          <a:ln>
            <a:noFill/>
          </a:ln>
        </p:spPr>
      </p:sp>
      <p:sp>
        <p:nvSpPr>
          <p:cNvPr id="207" name="Google Shape;207;p256"/>
          <p:cNvSpPr txBox="1">
            <a:spLocks noGrp="1"/>
          </p:cNvSpPr>
          <p:nvPr>
            <p:ph type="body" idx="6"/>
          </p:nvPr>
        </p:nvSpPr>
        <p:spPr>
          <a:xfrm>
            <a:off x="3947171" y="311458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08" name="Google Shape;208;p256"/>
          <p:cNvSpPr txBox="1">
            <a:spLocks noGrp="1"/>
          </p:cNvSpPr>
          <p:nvPr>
            <p:ph type="body" idx="7"/>
          </p:nvPr>
        </p:nvSpPr>
        <p:spPr>
          <a:xfrm>
            <a:off x="7572830" y="311458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209"/>
        <p:cNvGrpSpPr/>
        <p:nvPr/>
      </p:nvGrpSpPr>
      <p:grpSpPr>
        <a:xfrm>
          <a:off x="0" y="0"/>
          <a:ext cx="0" cy="0"/>
          <a:chOff x="0" y="0"/>
          <a:chExt cx="0" cy="0"/>
        </a:xfrm>
      </p:grpSpPr>
      <p:sp>
        <p:nvSpPr>
          <p:cNvPr id="210" name="Google Shape;210;p257"/>
          <p:cNvSpPr/>
          <p:nvPr/>
        </p:nvSpPr>
        <p:spPr>
          <a:xfrm>
            <a:off x="954808" y="1980090"/>
            <a:ext cx="1793877" cy="1823989"/>
          </a:xfrm>
          <a:prstGeom prst="ellipse">
            <a:avLst/>
          </a:prstGeom>
          <a:noFill/>
          <a:ln w="381000" cap="rnd"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211" name="Google Shape;211;p257"/>
          <p:cNvSpPr>
            <a:spLocks noGrp="1"/>
          </p:cNvSpPr>
          <p:nvPr>
            <p:ph type="pic" idx="2"/>
          </p:nvPr>
        </p:nvSpPr>
        <p:spPr>
          <a:xfrm>
            <a:off x="858412" y="1861557"/>
            <a:ext cx="2029915" cy="2063988"/>
          </a:xfrm>
          <a:prstGeom prst="rect">
            <a:avLst/>
          </a:prstGeom>
          <a:noFill/>
          <a:ln>
            <a:noFill/>
          </a:ln>
        </p:spPr>
      </p:sp>
      <p:sp>
        <p:nvSpPr>
          <p:cNvPr id="212" name="Google Shape;212;p257"/>
          <p:cNvSpPr txBox="1">
            <a:spLocks noGrp="1"/>
          </p:cNvSpPr>
          <p:nvPr>
            <p:ph type="body" idx="1"/>
          </p:nvPr>
        </p:nvSpPr>
        <p:spPr>
          <a:xfrm>
            <a:off x="858649"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13" name="Google Shape;213;p257"/>
          <p:cNvSpPr txBox="1">
            <a:spLocks noGrp="1"/>
          </p:cNvSpPr>
          <p:nvPr>
            <p:ph type="body" idx="3"/>
          </p:nvPr>
        </p:nvSpPr>
        <p:spPr>
          <a:xfrm>
            <a:off x="858649"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14" name="Google Shape;214;p257"/>
          <p:cNvSpPr txBox="1">
            <a:spLocks noGrp="1"/>
          </p:cNvSpPr>
          <p:nvPr>
            <p:ph type="body" idx="4"/>
          </p:nvPr>
        </p:nvSpPr>
        <p:spPr>
          <a:xfrm>
            <a:off x="858651"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15" name="Google Shape;215;p257"/>
          <p:cNvSpPr txBox="1">
            <a:spLocks noGrp="1"/>
          </p:cNvSpPr>
          <p:nvPr>
            <p:ph type="body" idx="5"/>
          </p:nvPr>
        </p:nvSpPr>
        <p:spPr>
          <a:xfrm>
            <a:off x="1610728"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accent2"/>
              </a:buClr>
              <a:buSzPts val="3333"/>
              <a:buFont typeface="Arial"/>
              <a:buNone/>
              <a:defRPr sz="3333" b="1" i="0" u="none" strike="noStrike" cap="none">
                <a:solidFill>
                  <a:schemeClr val="accent2"/>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cxnSp>
        <p:nvCxnSpPr>
          <p:cNvPr id="216" name="Google Shape;216;p257"/>
          <p:cNvCxnSpPr/>
          <p:nvPr/>
        </p:nvCxnSpPr>
        <p:spPr>
          <a:xfrm>
            <a:off x="3228335" y="1851379"/>
            <a:ext cx="0" cy="4607999"/>
          </a:xfrm>
          <a:prstGeom prst="straightConnector1">
            <a:avLst/>
          </a:prstGeom>
          <a:noFill/>
          <a:ln w="9525" cap="flat" cmpd="sng">
            <a:solidFill>
              <a:srgbClr val="D8D8D8"/>
            </a:solidFill>
            <a:prstDash val="dash"/>
            <a:miter lim="800000"/>
            <a:headEnd type="none" w="sm" len="sm"/>
            <a:tailEnd type="none" w="sm" len="sm"/>
          </a:ln>
        </p:spPr>
      </p:cxnSp>
      <p:sp>
        <p:nvSpPr>
          <p:cNvPr id="217" name="Google Shape;217;p257"/>
          <p:cNvSpPr/>
          <p:nvPr/>
        </p:nvSpPr>
        <p:spPr>
          <a:xfrm>
            <a:off x="3761934" y="1980090"/>
            <a:ext cx="1793877" cy="1823989"/>
          </a:xfrm>
          <a:prstGeom prst="ellipse">
            <a:avLst/>
          </a:prstGeom>
          <a:noFill/>
          <a:ln w="381000" cap="rnd"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218" name="Google Shape;218;p257"/>
          <p:cNvSpPr>
            <a:spLocks noGrp="1"/>
          </p:cNvSpPr>
          <p:nvPr>
            <p:ph type="pic" idx="6"/>
          </p:nvPr>
        </p:nvSpPr>
        <p:spPr>
          <a:xfrm>
            <a:off x="3665537" y="1861557"/>
            <a:ext cx="2029915" cy="2063988"/>
          </a:xfrm>
          <a:prstGeom prst="rect">
            <a:avLst/>
          </a:prstGeom>
          <a:noFill/>
          <a:ln>
            <a:noFill/>
          </a:ln>
        </p:spPr>
      </p:sp>
      <p:sp>
        <p:nvSpPr>
          <p:cNvPr id="219" name="Google Shape;219;p257"/>
          <p:cNvSpPr txBox="1">
            <a:spLocks noGrp="1"/>
          </p:cNvSpPr>
          <p:nvPr>
            <p:ph type="body" idx="7"/>
          </p:nvPr>
        </p:nvSpPr>
        <p:spPr>
          <a:xfrm>
            <a:off x="3610341"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20" name="Google Shape;220;p257"/>
          <p:cNvSpPr txBox="1">
            <a:spLocks noGrp="1"/>
          </p:cNvSpPr>
          <p:nvPr>
            <p:ph type="body" idx="8"/>
          </p:nvPr>
        </p:nvSpPr>
        <p:spPr>
          <a:xfrm>
            <a:off x="3610341"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21" name="Google Shape;221;p257"/>
          <p:cNvSpPr txBox="1">
            <a:spLocks noGrp="1"/>
          </p:cNvSpPr>
          <p:nvPr>
            <p:ph type="body" idx="9"/>
          </p:nvPr>
        </p:nvSpPr>
        <p:spPr>
          <a:xfrm>
            <a:off x="3610343"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22" name="Google Shape;222;p257"/>
          <p:cNvSpPr txBox="1">
            <a:spLocks noGrp="1"/>
          </p:cNvSpPr>
          <p:nvPr>
            <p:ph type="body" idx="13"/>
          </p:nvPr>
        </p:nvSpPr>
        <p:spPr>
          <a:xfrm>
            <a:off x="4362420"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rgbClr val="50771B"/>
              </a:buClr>
              <a:buSzPts val="3333"/>
              <a:buFont typeface="Arial"/>
              <a:buNone/>
              <a:defRPr sz="3333" b="1" i="0" u="none" strike="noStrike" cap="none">
                <a:solidFill>
                  <a:srgbClr val="50771B"/>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cxnSp>
        <p:nvCxnSpPr>
          <p:cNvPr id="223" name="Google Shape;223;p257"/>
          <p:cNvCxnSpPr/>
          <p:nvPr/>
        </p:nvCxnSpPr>
        <p:spPr>
          <a:xfrm>
            <a:off x="6099319" y="1851379"/>
            <a:ext cx="0" cy="4607999"/>
          </a:xfrm>
          <a:prstGeom prst="straightConnector1">
            <a:avLst/>
          </a:prstGeom>
          <a:noFill/>
          <a:ln w="9525" cap="flat" cmpd="sng">
            <a:solidFill>
              <a:srgbClr val="D8D8D8"/>
            </a:solidFill>
            <a:prstDash val="dash"/>
            <a:miter lim="800000"/>
            <a:headEnd type="none" w="sm" len="sm"/>
            <a:tailEnd type="none" w="sm" len="sm"/>
          </a:ln>
        </p:spPr>
      </p:cxnSp>
      <p:sp>
        <p:nvSpPr>
          <p:cNvPr id="224" name="Google Shape;224;p257"/>
          <p:cNvSpPr/>
          <p:nvPr/>
        </p:nvSpPr>
        <p:spPr>
          <a:xfrm>
            <a:off x="6525956" y="1980090"/>
            <a:ext cx="1793877" cy="1823989"/>
          </a:xfrm>
          <a:prstGeom prst="ellipse">
            <a:avLst/>
          </a:prstGeom>
          <a:noFill/>
          <a:ln w="381000" cap="rnd"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225" name="Google Shape;225;p257"/>
          <p:cNvSpPr>
            <a:spLocks noGrp="1"/>
          </p:cNvSpPr>
          <p:nvPr>
            <p:ph type="pic" idx="14"/>
          </p:nvPr>
        </p:nvSpPr>
        <p:spPr>
          <a:xfrm>
            <a:off x="6429560" y="1861557"/>
            <a:ext cx="2029915" cy="2063988"/>
          </a:xfrm>
          <a:prstGeom prst="rect">
            <a:avLst/>
          </a:prstGeom>
          <a:noFill/>
          <a:ln>
            <a:noFill/>
          </a:ln>
        </p:spPr>
      </p:sp>
      <p:sp>
        <p:nvSpPr>
          <p:cNvPr id="226" name="Google Shape;226;p257"/>
          <p:cNvSpPr txBox="1">
            <a:spLocks noGrp="1"/>
          </p:cNvSpPr>
          <p:nvPr>
            <p:ph type="body" idx="15"/>
          </p:nvPr>
        </p:nvSpPr>
        <p:spPr>
          <a:xfrm>
            <a:off x="6374364"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27" name="Google Shape;227;p257"/>
          <p:cNvSpPr txBox="1">
            <a:spLocks noGrp="1"/>
          </p:cNvSpPr>
          <p:nvPr>
            <p:ph type="body" idx="16"/>
          </p:nvPr>
        </p:nvSpPr>
        <p:spPr>
          <a:xfrm>
            <a:off x="6374364"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28" name="Google Shape;228;p257"/>
          <p:cNvSpPr txBox="1">
            <a:spLocks noGrp="1"/>
          </p:cNvSpPr>
          <p:nvPr>
            <p:ph type="body" idx="17"/>
          </p:nvPr>
        </p:nvSpPr>
        <p:spPr>
          <a:xfrm>
            <a:off x="6374365"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29" name="Google Shape;229;p257"/>
          <p:cNvSpPr txBox="1">
            <a:spLocks noGrp="1"/>
          </p:cNvSpPr>
          <p:nvPr>
            <p:ph type="body" idx="18"/>
          </p:nvPr>
        </p:nvSpPr>
        <p:spPr>
          <a:xfrm>
            <a:off x="7126443"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accent5"/>
              </a:buClr>
              <a:buSzPts val="3333"/>
              <a:buFont typeface="Arial"/>
              <a:buNone/>
              <a:defRPr sz="3333" b="1" i="0" u="none" strike="noStrike" cap="none">
                <a:solidFill>
                  <a:schemeClr val="accent5"/>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cxnSp>
        <p:nvCxnSpPr>
          <p:cNvPr id="230" name="Google Shape;230;p257"/>
          <p:cNvCxnSpPr/>
          <p:nvPr/>
        </p:nvCxnSpPr>
        <p:spPr>
          <a:xfrm>
            <a:off x="8811788" y="1851379"/>
            <a:ext cx="0" cy="4607999"/>
          </a:xfrm>
          <a:prstGeom prst="straightConnector1">
            <a:avLst/>
          </a:prstGeom>
          <a:noFill/>
          <a:ln w="9525" cap="flat" cmpd="sng">
            <a:solidFill>
              <a:srgbClr val="D8D8D8"/>
            </a:solidFill>
            <a:prstDash val="dash"/>
            <a:miter lim="800000"/>
            <a:headEnd type="none" w="sm" len="sm"/>
            <a:tailEnd type="none" w="sm" len="sm"/>
          </a:ln>
        </p:spPr>
      </p:cxnSp>
      <p:sp>
        <p:nvSpPr>
          <p:cNvPr id="231" name="Google Shape;231;p257"/>
          <p:cNvSpPr/>
          <p:nvPr/>
        </p:nvSpPr>
        <p:spPr>
          <a:xfrm>
            <a:off x="9315796" y="1980090"/>
            <a:ext cx="1793877" cy="1823989"/>
          </a:xfrm>
          <a:prstGeom prst="ellipse">
            <a:avLst/>
          </a:prstGeom>
          <a:noFill/>
          <a:ln w="381000" cap="rnd"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232" name="Google Shape;232;p257"/>
          <p:cNvSpPr>
            <a:spLocks noGrp="1"/>
          </p:cNvSpPr>
          <p:nvPr>
            <p:ph type="pic" idx="19"/>
          </p:nvPr>
        </p:nvSpPr>
        <p:spPr>
          <a:xfrm>
            <a:off x="9219400" y="1861557"/>
            <a:ext cx="2029915" cy="2063988"/>
          </a:xfrm>
          <a:prstGeom prst="rect">
            <a:avLst/>
          </a:prstGeom>
          <a:noFill/>
          <a:ln>
            <a:noFill/>
          </a:ln>
        </p:spPr>
      </p:sp>
      <p:sp>
        <p:nvSpPr>
          <p:cNvPr id="233" name="Google Shape;233;p257"/>
          <p:cNvSpPr txBox="1">
            <a:spLocks noGrp="1"/>
          </p:cNvSpPr>
          <p:nvPr>
            <p:ph type="body" idx="20"/>
          </p:nvPr>
        </p:nvSpPr>
        <p:spPr>
          <a:xfrm>
            <a:off x="9199956"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34" name="Google Shape;234;p257"/>
          <p:cNvSpPr txBox="1">
            <a:spLocks noGrp="1"/>
          </p:cNvSpPr>
          <p:nvPr>
            <p:ph type="body" idx="21"/>
          </p:nvPr>
        </p:nvSpPr>
        <p:spPr>
          <a:xfrm>
            <a:off x="9199956"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35" name="Google Shape;235;p257"/>
          <p:cNvSpPr txBox="1">
            <a:spLocks noGrp="1"/>
          </p:cNvSpPr>
          <p:nvPr>
            <p:ph type="body" idx="22"/>
          </p:nvPr>
        </p:nvSpPr>
        <p:spPr>
          <a:xfrm>
            <a:off x="9199957"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36" name="Google Shape;236;p257"/>
          <p:cNvSpPr txBox="1">
            <a:spLocks noGrp="1"/>
          </p:cNvSpPr>
          <p:nvPr>
            <p:ph type="body" idx="23"/>
          </p:nvPr>
        </p:nvSpPr>
        <p:spPr>
          <a:xfrm>
            <a:off x="9952035"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rgbClr val="BFBFBF"/>
              </a:buClr>
              <a:buSzPts val="3333"/>
              <a:buFont typeface="Arial"/>
              <a:buNone/>
              <a:defRPr sz="3333" b="1" i="0" u="none" strike="noStrike" cap="none">
                <a:solidFill>
                  <a:srgbClr val="BFBFBF"/>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37" name="Google Shape;237;p257"/>
          <p:cNvSpPr txBox="1">
            <a:spLocks noGrp="1"/>
          </p:cNvSpPr>
          <p:nvPr>
            <p:ph type="body" idx="24"/>
          </p:nvPr>
        </p:nvSpPr>
        <p:spPr>
          <a:xfrm>
            <a:off x="3329431" y="248361"/>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38" name="Google Shape;238;p257"/>
          <p:cNvSpPr txBox="1">
            <a:spLocks noGrp="1"/>
          </p:cNvSpPr>
          <p:nvPr>
            <p:ph type="body" idx="25"/>
          </p:nvPr>
        </p:nvSpPr>
        <p:spPr>
          <a:xfrm>
            <a:off x="3329431" y="107694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lear">
  <p:cSld name="Clear">
    <p:spTree>
      <p:nvGrpSpPr>
        <p:cNvPr id="1" name="Shape 243"/>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Graphic with title 1">
  <p:cSld name="Graphic with title 1">
    <p:spTree>
      <p:nvGrpSpPr>
        <p:cNvPr id="1" name="Shape 244"/>
        <p:cNvGrpSpPr/>
        <p:nvPr/>
      </p:nvGrpSpPr>
      <p:grpSpPr>
        <a:xfrm>
          <a:off x="0" y="0"/>
          <a:ext cx="0" cy="0"/>
          <a:chOff x="0" y="0"/>
          <a:chExt cx="0" cy="0"/>
        </a:xfrm>
      </p:grpSpPr>
      <p:sp>
        <p:nvSpPr>
          <p:cNvPr id="245" name="Google Shape;245;p263"/>
          <p:cNvSpPr>
            <a:spLocks noGrp="1"/>
          </p:cNvSpPr>
          <p:nvPr>
            <p:ph type="pic" idx="2"/>
          </p:nvPr>
        </p:nvSpPr>
        <p:spPr>
          <a:xfrm>
            <a:off x="0" y="219127"/>
            <a:ext cx="5398451" cy="6934100"/>
          </a:xfrm>
          <a:prstGeom prst="rect">
            <a:avLst/>
          </a:prstGeom>
          <a:noFill/>
          <a:ln>
            <a:noFill/>
          </a:ln>
        </p:spPr>
      </p:sp>
      <p:sp>
        <p:nvSpPr>
          <p:cNvPr id="246" name="Google Shape;246;p263"/>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47" name="Google Shape;247;p263"/>
          <p:cNvSpPr txBox="1">
            <a:spLocks noGrp="1"/>
          </p:cNvSpPr>
          <p:nvPr>
            <p:ph type="body" idx="3"/>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Graphic with title 2">
  <p:cSld name="Graphic with title 2">
    <p:spTree>
      <p:nvGrpSpPr>
        <p:cNvPr id="1" name="Shape 248"/>
        <p:cNvGrpSpPr/>
        <p:nvPr/>
      </p:nvGrpSpPr>
      <p:grpSpPr>
        <a:xfrm>
          <a:off x="0" y="0"/>
          <a:ext cx="0" cy="0"/>
          <a:chOff x="0" y="0"/>
          <a:chExt cx="0" cy="0"/>
        </a:xfrm>
      </p:grpSpPr>
      <p:sp>
        <p:nvSpPr>
          <p:cNvPr id="249" name="Google Shape;249;p264"/>
          <p:cNvSpPr>
            <a:spLocks noGrp="1"/>
          </p:cNvSpPr>
          <p:nvPr>
            <p:ph type="pic" idx="2"/>
          </p:nvPr>
        </p:nvSpPr>
        <p:spPr>
          <a:xfrm>
            <a:off x="4898367" y="-706535"/>
            <a:ext cx="7418239" cy="7400153"/>
          </a:xfrm>
          <a:prstGeom prst="rect">
            <a:avLst/>
          </a:prstGeom>
          <a:noFill/>
          <a:ln>
            <a:noFill/>
          </a:ln>
        </p:spPr>
      </p:sp>
      <p:sp>
        <p:nvSpPr>
          <p:cNvPr id="250" name="Google Shape;250;p264"/>
          <p:cNvSpPr txBox="1">
            <a:spLocks noGrp="1"/>
          </p:cNvSpPr>
          <p:nvPr>
            <p:ph type="body" idx="1"/>
          </p:nvPr>
        </p:nvSpPr>
        <p:spPr>
          <a:xfrm>
            <a:off x="624417"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51" name="Google Shape;251;p264"/>
          <p:cNvSpPr txBox="1">
            <a:spLocks noGrp="1"/>
          </p:cNvSpPr>
          <p:nvPr>
            <p:ph type="body" idx="3"/>
          </p:nvPr>
        </p:nvSpPr>
        <p:spPr>
          <a:xfrm>
            <a:off x="624417"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Graphic with title 3">
  <p:cSld name="Graphic with title 3">
    <p:spTree>
      <p:nvGrpSpPr>
        <p:cNvPr id="1" name="Shape 252"/>
        <p:cNvGrpSpPr/>
        <p:nvPr/>
      </p:nvGrpSpPr>
      <p:grpSpPr>
        <a:xfrm>
          <a:off x="0" y="0"/>
          <a:ext cx="0" cy="0"/>
          <a:chOff x="0" y="0"/>
          <a:chExt cx="0" cy="0"/>
        </a:xfrm>
      </p:grpSpPr>
      <p:sp>
        <p:nvSpPr>
          <p:cNvPr id="253" name="Google Shape;253;p265"/>
          <p:cNvSpPr>
            <a:spLocks noGrp="1"/>
          </p:cNvSpPr>
          <p:nvPr>
            <p:ph type="pic" idx="2"/>
          </p:nvPr>
        </p:nvSpPr>
        <p:spPr>
          <a:xfrm>
            <a:off x="4775079" y="0"/>
            <a:ext cx="7418239" cy="6467624"/>
          </a:xfrm>
          <a:prstGeom prst="rect">
            <a:avLst/>
          </a:prstGeom>
          <a:noFill/>
          <a:ln>
            <a:noFill/>
          </a:ln>
        </p:spPr>
      </p:sp>
      <p:sp>
        <p:nvSpPr>
          <p:cNvPr id="254" name="Google Shape;254;p265"/>
          <p:cNvSpPr txBox="1">
            <a:spLocks noGrp="1"/>
          </p:cNvSpPr>
          <p:nvPr>
            <p:ph type="body" idx="1"/>
          </p:nvPr>
        </p:nvSpPr>
        <p:spPr>
          <a:xfrm>
            <a:off x="624417"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55" name="Google Shape;255;p265"/>
          <p:cNvSpPr txBox="1">
            <a:spLocks noGrp="1"/>
          </p:cNvSpPr>
          <p:nvPr>
            <p:ph type="body" idx="3"/>
          </p:nvPr>
        </p:nvSpPr>
        <p:spPr>
          <a:xfrm>
            <a:off x="624417"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Graphic with title 4">
  <p:cSld name="Graphic with title 4">
    <p:spTree>
      <p:nvGrpSpPr>
        <p:cNvPr id="1" name="Shape 256"/>
        <p:cNvGrpSpPr/>
        <p:nvPr/>
      </p:nvGrpSpPr>
      <p:grpSpPr>
        <a:xfrm>
          <a:off x="0" y="0"/>
          <a:ext cx="0" cy="0"/>
          <a:chOff x="0" y="0"/>
          <a:chExt cx="0" cy="0"/>
        </a:xfrm>
      </p:grpSpPr>
      <p:sp>
        <p:nvSpPr>
          <p:cNvPr id="257" name="Google Shape;257;p266"/>
          <p:cNvSpPr>
            <a:spLocks noGrp="1"/>
          </p:cNvSpPr>
          <p:nvPr>
            <p:ph type="pic" idx="2"/>
          </p:nvPr>
        </p:nvSpPr>
        <p:spPr>
          <a:xfrm>
            <a:off x="4898367" y="-461577"/>
            <a:ext cx="7418239" cy="7400153"/>
          </a:xfrm>
          <a:prstGeom prst="rect">
            <a:avLst/>
          </a:prstGeom>
          <a:noFill/>
          <a:ln>
            <a:noFill/>
          </a:ln>
        </p:spPr>
      </p:sp>
      <p:sp>
        <p:nvSpPr>
          <p:cNvPr id="258" name="Google Shape;258;p266"/>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59" name="Google Shape;259;p266"/>
          <p:cNvSpPr txBox="1">
            <a:spLocks noGrp="1"/>
          </p:cNvSpPr>
          <p:nvPr>
            <p:ph type="body" idx="3"/>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oncept graphic 1">
  <p:cSld name="Concept graphic 1">
    <p:spTree>
      <p:nvGrpSpPr>
        <p:cNvPr id="1" name="Shape 260"/>
        <p:cNvGrpSpPr/>
        <p:nvPr/>
      </p:nvGrpSpPr>
      <p:grpSpPr>
        <a:xfrm>
          <a:off x="0" y="0"/>
          <a:ext cx="0" cy="0"/>
          <a:chOff x="0" y="0"/>
          <a:chExt cx="0" cy="0"/>
        </a:xfrm>
      </p:grpSpPr>
      <p:sp>
        <p:nvSpPr>
          <p:cNvPr id="261" name="Google Shape;261;p267"/>
          <p:cNvSpPr>
            <a:spLocks noGrp="1"/>
          </p:cNvSpPr>
          <p:nvPr>
            <p:ph type="pic" idx="2"/>
          </p:nvPr>
        </p:nvSpPr>
        <p:spPr>
          <a:xfrm>
            <a:off x="-12742" y="-819120"/>
            <a:ext cx="12169663" cy="7450448"/>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cept graphic 2">
  <p:cSld name="Concept graphic 2">
    <p:spTree>
      <p:nvGrpSpPr>
        <p:cNvPr id="1" name="Shape 262"/>
        <p:cNvGrpSpPr/>
        <p:nvPr/>
      </p:nvGrpSpPr>
      <p:grpSpPr>
        <a:xfrm>
          <a:off x="0" y="0"/>
          <a:ext cx="0" cy="0"/>
          <a:chOff x="0" y="0"/>
          <a:chExt cx="0" cy="0"/>
        </a:xfrm>
      </p:grpSpPr>
      <p:sp>
        <p:nvSpPr>
          <p:cNvPr id="263" name="Google Shape;263;p268"/>
          <p:cNvSpPr>
            <a:spLocks noGrp="1"/>
          </p:cNvSpPr>
          <p:nvPr>
            <p:ph type="pic" idx="2"/>
          </p:nvPr>
        </p:nvSpPr>
        <p:spPr>
          <a:xfrm>
            <a:off x="1" y="0"/>
            <a:ext cx="12156920" cy="6628299"/>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oncept graphic 3">
  <p:cSld name="Concept graphic 3">
    <p:spTree>
      <p:nvGrpSpPr>
        <p:cNvPr id="1" name="Shape 264"/>
        <p:cNvGrpSpPr/>
        <p:nvPr/>
      </p:nvGrpSpPr>
      <p:grpSpPr>
        <a:xfrm>
          <a:off x="0" y="0"/>
          <a:ext cx="0" cy="0"/>
          <a:chOff x="0" y="0"/>
          <a:chExt cx="0" cy="0"/>
        </a:xfrm>
      </p:grpSpPr>
      <p:sp>
        <p:nvSpPr>
          <p:cNvPr id="265" name="Google Shape;265;p269"/>
          <p:cNvSpPr>
            <a:spLocks noGrp="1"/>
          </p:cNvSpPr>
          <p:nvPr>
            <p:ph type="pic" idx="2"/>
          </p:nvPr>
        </p:nvSpPr>
        <p:spPr>
          <a:xfrm>
            <a:off x="5" y="2"/>
            <a:ext cx="12156919" cy="4719767"/>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oncept graphic 4">
  <p:cSld name="Concept graphic 4">
    <p:spTree>
      <p:nvGrpSpPr>
        <p:cNvPr id="1" name="Shape 266"/>
        <p:cNvGrpSpPr/>
        <p:nvPr/>
      </p:nvGrpSpPr>
      <p:grpSpPr>
        <a:xfrm>
          <a:off x="0" y="0"/>
          <a:ext cx="0" cy="0"/>
          <a:chOff x="0" y="0"/>
          <a:chExt cx="0" cy="0"/>
        </a:xfrm>
      </p:grpSpPr>
      <p:sp>
        <p:nvSpPr>
          <p:cNvPr id="267" name="Google Shape;267;p270"/>
          <p:cNvSpPr>
            <a:spLocks noGrp="1"/>
          </p:cNvSpPr>
          <p:nvPr>
            <p:ph type="pic" idx="2"/>
          </p:nvPr>
        </p:nvSpPr>
        <p:spPr>
          <a:xfrm>
            <a:off x="-13635" y="-5335"/>
            <a:ext cx="12471072" cy="6021821"/>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Concept graphic 5">
  <p:cSld name="Concept graphic 5">
    <p:spTree>
      <p:nvGrpSpPr>
        <p:cNvPr id="1" name="Shape 268"/>
        <p:cNvGrpSpPr/>
        <p:nvPr/>
      </p:nvGrpSpPr>
      <p:grpSpPr>
        <a:xfrm>
          <a:off x="0" y="0"/>
          <a:ext cx="0" cy="0"/>
          <a:chOff x="0" y="0"/>
          <a:chExt cx="0" cy="0"/>
        </a:xfrm>
      </p:grpSpPr>
      <p:sp>
        <p:nvSpPr>
          <p:cNvPr id="269" name="Google Shape;269;p271"/>
          <p:cNvSpPr>
            <a:spLocks noGrp="1"/>
          </p:cNvSpPr>
          <p:nvPr>
            <p:ph type="pic" idx="2"/>
          </p:nvPr>
        </p:nvSpPr>
        <p:spPr>
          <a:xfrm>
            <a:off x="1" y="494108"/>
            <a:ext cx="12448915" cy="5788955"/>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Midle title ">
  <p:cSld name="Midle title ">
    <p:spTree>
      <p:nvGrpSpPr>
        <p:cNvPr id="1" name="Shape 270"/>
        <p:cNvGrpSpPr/>
        <p:nvPr/>
      </p:nvGrpSpPr>
      <p:grpSpPr>
        <a:xfrm>
          <a:off x="0" y="0"/>
          <a:ext cx="0" cy="0"/>
          <a:chOff x="0" y="0"/>
          <a:chExt cx="0" cy="0"/>
        </a:xfrm>
      </p:grpSpPr>
      <p:sp>
        <p:nvSpPr>
          <p:cNvPr id="271" name="Google Shape;271;p272"/>
          <p:cNvSpPr txBox="1">
            <a:spLocks noGrp="1"/>
          </p:cNvSpPr>
          <p:nvPr>
            <p:ph type="body" idx="1"/>
          </p:nvPr>
        </p:nvSpPr>
        <p:spPr>
          <a:xfrm>
            <a:off x="635165" y="3231595"/>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72" name="Google Shape;272;p272"/>
          <p:cNvSpPr txBox="1">
            <a:spLocks noGrp="1"/>
          </p:cNvSpPr>
          <p:nvPr>
            <p:ph type="body" idx="2"/>
          </p:nvPr>
        </p:nvSpPr>
        <p:spPr>
          <a:xfrm>
            <a:off x="635165" y="4060176"/>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op left title">
  <p:cSld name="Top left title">
    <p:spTree>
      <p:nvGrpSpPr>
        <p:cNvPr id="1" name="Shape 273"/>
        <p:cNvGrpSpPr/>
        <p:nvPr/>
      </p:nvGrpSpPr>
      <p:grpSpPr>
        <a:xfrm>
          <a:off x="0" y="0"/>
          <a:ext cx="0" cy="0"/>
          <a:chOff x="0" y="0"/>
          <a:chExt cx="0" cy="0"/>
        </a:xfrm>
      </p:grpSpPr>
      <p:sp>
        <p:nvSpPr>
          <p:cNvPr id="274" name="Google Shape;274;p273"/>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75" name="Google Shape;275;p273"/>
          <p:cNvSpPr txBox="1">
            <a:spLocks noGrp="1"/>
          </p:cNvSpPr>
          <p:nvPr>
            <p:ph type="body" idx="2"/>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op center title">
  <p:cSld name="Top center title">
    <p:spTree>
      <p:nvGrpSpPr>
        <p:cNvPr id="1" name="Shape 276"/>
        <p:cNvGrpSpPr/>
        <p:nvPr/>
      </p:nvGrpSpPr>
      <p:grpSpPr>
        <a:xfrm>
          <a:off x="0" y="0"/>
          <a:ext cx="0" cy="0"/>
          <a:chOff x="0" y="0"/>
          <a:chExt cx="0" cy="0"/>
        </a:xfrm>
      </p:grpSpPr>
      <p:sp>
        <p:nvSpPr>
          <p:cNvPr id="277" name="Google Shape;277;p274"/>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78" name="Google Shape;278;p274"/>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3_Top center title">
  <p:cSld name="13_Top center title">
    <p:spTree>
      <p:nvGrpSpPr>
        <p:cNvPr id="1" name="Shape 279"/>
        <p:cNvGrpSpPr/>
        <p:nvPr/>
      </p:nvGrpSpPr>
      <p:grpSpPr>
        <a:xfrm>
          <a:off x="0" y="0"/>
          <a:ext cx="0" cy="0"/>
          <a:chOff x="0" y="0"/>
          <a:chExt cx="0" cy="0"/>
        </a:xfrm>
      </p:grpSpPr>
      <p:sp>
        <p:nvSpPr>
          <p:cNvPr id="280" name="Google Shape;280;p275"/>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81" name="Google Shape;281;p275"/>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pic>
        <p:nvPicPr>
          <p:cNvPr id="282" name="Google Shape;282;p275" descr="New Macbook Silver.png"/>
          <p:cNvPicPr preferRelativeResize="0"/>
          <p:nvPr/>
        </p:nvPicPr>
        <p:blipFill rotWithShape="1">
          <a:blip r:embed="rId2">
            <a:alphaModFix/>
          </a:blip>
          <a:srcRect/>
          <a:stretch/>
        </p:blipFill>
        <p:spPr>
          <a:xfrm>
            <a:off x="624417" y="2628432"/>
            <a:ext cx="5960632" cy="3490232"/>
          </a:xfrm>
          <a:prstGeom prst="rect">
            <a:avLst/>
          </a:prstGeom>
          <a:noFill/>
          <a:ln>
            <a:noFill/>
          </a:ln>
        </p:spPr>
      </p:pic>
      <p:sp>
        <p:nvSpPr>
          <p:cNvPr id="283" name="Google Shape;283;p275"/>
          <p:cNvSpPr>
            <a:spLocks noGrp="1"/>
          </p:cNvSpPr>
          <p:nvPr>
            <p:ph type="pic" idx="3"/>
          </p:nvPr>
        </p:nvSpPr>
        <p:spPr>
          <a:xfrm>
            <a:off x="1309666" y="2882745"/>
            <a:ext cx="4548553" cy="2872153"/>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1_Top left title">
  <p:cSld name="1_Top left title">
    <p:spTree>
      <p:nvGrpSpPr>
        <p:cNvPr id="1" name="Shape 284"/>
        <p:cNvGrpSpPr/>
        <p:nvPr/>
      </p:nvGrpSpPr>
      <p:grpSpPr>
        <a:xfrm>
          <a:off x="0" y="0"/>
          <a:ext cx="0" cy="0"/>
          <a:chOff x="0" y="0"/>
          <a:chExt cx="0" cy="0"/>
        </a:xfrm>
      </p:grpSpPr>
      <p:sp>
        <p:nvSpPr>
          <p:cNvPr id="285" name="Google Shape;285;p276"/>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86" name="Google Shape;286;p276"/>
          <p:cNvSpPr txBox="1">
            <a:spLocks noGrp="1"/>
          </p:cNvSpPr>
          <p:nvPr>
            <p:ph type="body" idx="2"/>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grpSp>
        <p:nvGrpSpPr>
          <p:cNvPr id="287" name="Google Shape;287;p276"/>
          <p:cNvGrpSpPr/>
          <p:nvPr/>
        </p:nvGrpSpPr>
        <p:grpSpPr>
          <a:xfrm>
            <a:off x="6907316" y="497273"/>
            <a:ext cx="4008056" cy="5937596"/>
            <a:chOff x="0" y="0"/>
            <a:chExt cx="6591304" cy="9765730"/>
          </a:xfrm>
        </p:grpSpPr>
        <p:pic>
          <p:nvPicPr>
            <p:cNvPr id="288" name="Google Shape;288;p276"/>
            <p:cNvPicPr preferRelativeResize="0"/>
            <p:nvPr/>
          </p:nvPicPr>
          <p:blipFill rotWithShape="1">
            <a:blip r:embed="rId2">
              <a:alphaModFix/>
            </a:blip>
            <a:srcRect/>
            <a:stretch/>
          </p:blipFill>
          <p:spPr>
            <a:xfrm>
              <a:off x="0" y="0"/>
              <a:ext cx="6591304" cy="9765730"/>
            </a:xfrm>
            <a:prstGeom prst="rect">
              <a:avLst/>
            </a:prstGeom>
            <a:noFill/>
            <a:ln>
              <a:noFill/>
            </a:ln>
          </p:spPr>
        </p:pic>
        <p:sp>
          <p:nvSpPr>
            <p:cNvPr id="289" name="Google Shape;289;p276"/>
            <p:cNvSpPr/>
            <p:nvPr/>
          </p:nvSpPr>
          <p:spPr>
            <a:xfrm>
              <a:off x="363079" y="954047"/>
              <a:ext cx="5879097" cy="7806214"/>
            </a:xfrm>
            <a:prstGeom prst="rect">
              <a:avLst/>
            </a:prstGeom>
            <a:solidFill>
              <a:srgbClr val="606060"/>
            </a:solidFill>
            <a:ln w="25400" cap="flat" cmpd="sng">
              <a:solidFill>
                <a:srgbClr val="000000">
                  <a:alpha val="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5331"/>
                <a:buFont typeface="Arial"/>
                <a:buNone/>
              </a:pPr>
              <a:endParaRPr sz="5331" b="0" i="0" u="none" strike="noStrike" cap="none">
                <a:solidFill>
                  <a:srgbClr val="FFFFFF"/>
                </a:solidFill>
                <a:latin typeface="Calibri"/>
                <a:ea typeface="Calibri"/>
                <a:cs typeface="Calibri"/>
                <a:sym typeface="Calibri"/>
              </a:endParaRPr>
            </a:p>
          </p:txBody>
        </p:sp>
      </p:grpSp>
      <p:sp>
        <p:nvSpPr>
          <p:cNvPr id="290" name="Google Shape;290;p276"/>
          <p:cNvSpPr>
            <a:spLocks noGrp="1"/>
          </p:cNvSpPr>
          <p:nvPr>
            <p:ph type="pic" idx="3"/>
          </p:nvPr>
        </p:nvSpPr>
        <p:spPr>
          <a:xfrm>
            <a:off x="7128099" y="1077337"/>
            <a:ext cx="3574976" cy="4746204"/>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12_Top center title">
  <p:cSld name="12_Top center title">
    <p:spTree>
      <p:nvGrpSpPr>
        <p:cNvPr id="1" name="Shape 291"/>
        <p:cNvGrpSpPr/>
        <p:nvPr/>
      </p:nvGrpSpPr>
      <p:grpSpPr>
        <a:xfrm>
          <a:off x="0" y="0"/>
          <a:ext cx="0" cy="0"/>
          <a:chOff x="0" y="0"/>
          <a:chExt cx="0" cy="0"/>
        </a:xfrm>
      </p:grpSpPr>
      <p:sp>
        <p:nvSpPr>
          <p:cNvPr id="292" name="Google Shape;292;p277"/>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93" name="Google Shape;293;p277"/>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94" name="Google Shape;294;p277"/>
          <p:cNvSpPr>
            <a:spLocks noGrp="1"/>
          </p:cNvSpPr>
          <p:nvPr>
            <p:ph type="pic" idx="3"/>
          </p:nvPr>
        </p:nvSpPr>
        <p:spPr>
          <a:xfrm>
            <a:off x="6256285" y="2409093"/>
            <a:ext cx="5248843" cy="3306280"/>
          </a:xfrm>
          <a:prstGeom prst="rect">
            <a:avLst/>
          </a:prstGeom>
          <a:noFill/>
          <a:ln>
            <a:no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14_Top center title">
  <p:cSld name="14_Top center title">
    <p:spTree>
      <p:nvGrpSpPr>
        <p:cNvPr id="1" name="Shape 295"/>
        <p:cNvGrpSpPr/>
        <p:nvPr/>
      </p:nvGrpSpPr>
      <p:grpSpPr>
        <a:xfrm>
          <a:off x="0" y="0"/>
          <a:ext cx="0" cy="0"/>
          <a:chOff x="0" y="0"/>
          <a:chExt cx="0" cy="0"/>
        </a:xfrm>
      </p:grpSpPr>
      <p:sp>
        <p:nvSpPr>
          <p:cNvPr id="296" name="Google Shape;296;p278"/>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97" name="Google Shape;297;p278"/>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98" name="Google Shape;298;p278"/>
          <p:cNvSpPr>
            <a:spLocks noGrp="1"/>
          </p:cNvSpPr>
          <p:nvPr>
            <p:ph type="pic" idx="3"/>
          </p:nvPr>
        </p:nvSpPr>
        <p:spPr>
          <a:xfrm>
            <a:off x="722679" y="2409093"/>
            <a:ext cx="5248843" cy="3306280"/>
          </a:xfrm>
          <a:prstGeom prst="rect">
            <a:avLst/>
          </a:prstGeom>
          <a:no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5_Top center title">
  <p:cSld name="5_Top center title">
    <p:spTree>
      <p:nvGrpSpPr>
        <p:cNvPr id="1" name="Shape 299"/>
        <p:cNvGrpSpPr/>
        <p:nvPr/>
      </p:nvGrpSpPr>
      <p:grpSpPr>
        <a:xfrm>
          <a:off x="0" y="0"/>
          <a:ext cx="0" cy="0"/>
          <a:chOff x="0" y="0"/>
          <a:chExt cx="0" cy="0"/>
        </a:xfrm>
      </p:grpSpPr>
      <p:sp>
        <p:nvSpPr>
          <p:cNvPr id="300" name="Google Shape;300;p279"/>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01" name="Google Shape;301;p279"/>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02" name="Google Shape;302;p279"/>
          <p:cNvSpPr>
            <a:spLocks noGrp="1"/>
          </p:cNvSpPr>
          <p:nvPr>
            <p:ph type="pic" idx="3"/>
          </p:nvPr>
        </p:nvSpPr>
        <p:spPr>
          <a:xfrm>
            <a:off x="0" y="1875696"/>
            <a:ext cx="12192000" cy="4982305"/>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6_Top center title">
  <p:cSld name="6_Top center title">
    <p:spTree>
      <p:nvGrpSpPr>
        <p:cNvPr id="1" name="Shape 303"/>
        <p:cNvGrpSpPr/>
        <p:nvPr/>
      </p:nvGrpSpPr>
      <p:grpSpPr>
        <a:xfrm>
          <a:off x="0" y="0"/>
          <a:ext cx="0" cy="0"/>
          <a:chOff x="0" y="0"/>
          <a:chExt cx="0" cy="0"/>
        </a:xfrm>
      </p:grpSpPr>
      <p:sp>
        <p:nvSpPr>
          <p:cNvPr id="304" name="Google Shape;304;p280"/>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05" name="Google Shape;305;p280"/>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06" name="Google Shape;306;p280"/>
          <p:cNvSpPr>
            <a:spLocks noGrp="1"/>
          </p:cNvSpPr>
          <p:nvPr>
            <p:ph type="pic" idx="3"/>
          </p:nvPr>
        </p:nvSpPr>
        <p:spPr>
          <a:xfrm>
            <a:off x="0" y="1875695"/>
            <a:ext cx="12192000" cy="2930767"/>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4_Top center title">
  <p:cSld name="4_Top center title">
    <p:spTree>
      <p:nvGrpSpPr>
        <p:cNvPr id="1" name="Shape 307"/>
        <p:cNvGrpSpPr/>
        <p:nvPr/>
      </p:nvGrpSpPr>
      <p:grpSpPr>
        <a:xfrm>
          <a:off x="0" y="0"/>
          <a:ext cx="0" cy="0"/>
          <a:chOff x="0" y="0"/>
          <a:chExt cx="0" cy="0"/>
        </a:xfrm>
      </p:grpSpPr>
      <p:sp>
        <p:nvSpPr>
          <p:cNvPr id="308" name="Google Shape;308;p281"/>
          <p:cNvSpPr txBox="1">
            <a:spLocks noGrp="1"/>
          </p:cNvSpPr>
          <p:nvPr>
            <p:ph type="body" idx="1"/>
          </p:nvPr>
        </p:nvSpPr>
        <p:spPr>
          <a:xfrm>
            <a:off x="3329431" y="309709"/>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09" name="Google Shape;309;p281"/>
          <p:cNvSpPr txBox="1">
            <a:spLocks noGrp="1"/>
          </p:cNvSpPr>
          <p:nvPr>
            <p:ph type="body" idx="2"/>
          </p:nvPr>
        </p:nvSpPr>
        <p:spPr>
          <a:xfrm>
            <a:off x="3329431" y="1138291"/>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10" name="Google Shape;310;p281"/>
          <p:cNvSpPr>
            <a:spLocks noGrp="1"/>
          </p:cNvSpPr>
          <p:nvPr>
            <p:ph type="pic" idx="3"/>
          </p:nvPr>
        </p:nvSpPr>
        <p:spPr>
          <a:xfrm>
            <a:off x="624417" y="1685045"/>
            <a:ext cx="3475892" cy="3475892"/>
          </a:xfrm>
          <a:prstGeom prst="rect">
            <a:avLst/>
          </a:prstGeom>
          <a:noFill/>
          <a:ln>
            <a:noFill/>
          </a:ln>
        </p:spPr>
      </p:sp>
      <p:sp>
        <p:nvSpPr>
          <p:cNvPr id="311" name="Google Shape;311;p281"/>
          <p:cNvSpPr>
            <a:spLocks noGrp="1"/>
          </p:cNvSpPr>
          <p:nvPr>
            <p:ph type="pic" idx="4"/>
          </p:nvPr>
        </p:nvSpPr>
        <p:spPr>
          <a:xfrm>
            <a:off x="4358054" y="1685045"/>
            <a:ext cx="3475892" cy="3475892"/>
          </a:xfrm>
          <a:prstGeom prst="rect">
            <a:avLst/>
          </a:prstGeom>
          <a:noFill/>
          <a:ln>
            <a:noFill/>
          </a:ln>
        </p:spPr>
      </p:sp>
      <p:sp>
        <p:nvSpPr>
          <p:cNvPr id="312" name="Google Shape;312;p281"/>
          <p:cNvSpPr>
            <a:spLocks noGrp="1"/>
          </p:cNvSpPr>
          <p:nvPr>
            <p:ph type="pic" idx="5"/>
          </p:nvPr>
        </p:nvSpPr>
        <p:spPr>
          <a:xfrm>
            <a:off x="8091691" y="1685045"/>
            <a:ext cx="3475892" cy="3475892"/>
          </a:xfrm>
          <a:prstGeom prst="rect">
            <a:avLst/>
          </a:prstGeom>
          <a:no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11_Top center title">
  <p:cSld name="11_Top center title">
    <p:spTree>
      <p:nvGrpSpPr>
        <p:cNvPr id="1" name="Shape 313"/>
        <p:cNvGrpSpPr/>
        <p:nvPr/>
      </p:nvGrpSpPr>
      <p:grpSpPr>
        <a:xfrm>
          <a:off x="0" y="0"/>
          <a:ext cx="0" cy="0"/>
          <a:chOff x="0" y="0"/>
          <a:chExt cx="0" cy="0"/>
        </a:xfrm>
      </p:grpSpPr>
      <p:sp>
        <p:nvSpPr>
          <p:cNvPr id="314" name="Google Shape;314;p282"/>
          <p:cNvSpPr txBox="1">
            <a:spLocks noGrp="1"/>
          </p:cNvSpPr>
          <p:nvPr>
            <p:ph type="body" idx="1"/>
          </p:nvPr>
        </p:nvSpPr>
        <p:spPr>
          <a:xfrm>
            <a:off x="3329431" y="309709"/>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15" name="Google Shape;315;p282"/>
          <p:cNvSpPr txBox="1">
            <a:spLocks noGrp="1"/>
          </p:cNvSpPr>
          <p:nvPr>
            <p:ph type="body" idx="2"/>
          </p:nvPr>
        </p:nvSpPr>
        <p:spPr>
          <a:xfrm>
            <a:off x="3329431" y="1138291"/>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16" name="Google Shape;316;p282"/>
          <p:cNvSpPr>
            <a:spLocks noGrp="1"/>
          </p:cNvSpPr>
          <p:nvPr>
            <p:ph type="pic" idx="3"/>
          </p:nvPr>
        </p:nvSpPr>
        <p:spPr>
          <a:xfrm>
            <a:off x="624420" y="1705708"/>
            <a:ext cx="5248843" cy="3306280"/>
          </a:xfrm>
          <a:prstGeom prst="rect">
            <a:avLst/>
          </a:prstGeom>
          <a:noFill/>
          <a:ln>
            <a:noFill/>
          </a:ln>
        </p:spPr>
      </p:sp>
      <p:sp>
        <p:nvSpPr>
          <p:cNvPr id="317" name="Google Shape;317;p282"/>
          <p:cNvSpPr>
            <a:spLocks noGrp="1"/>
          </p:cNvSpPr>
          <p:nvPr>
            <p:ph type="pic" idx="4"/>
          </p:nvPr>
        </p:nvSpPr>
        <p:spPr>
          <a:xfrm>
            <a:off x="6318741" y="1705708"/>
            <a:ext cx="5248843" cy="3306280"/>
          </a:xfrm>
          <a:prstGeom prst="rect">
            <a:avLst/>
          </a:prstGeom>
          <a:noFill/>
          <a:ln>
            <a:noFill/>
          </a:ln>
        </p:spPr>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10_Top center title">
  <p:cSld name="10_Top center title">
    <p:spTree>
      <p:nvGrpSpPr>
        <p:cNvPr id="1" name="Shape 318"/>
        <p:cNvGrpSpPr/>
        <p:nvPr/>
      </p:nvGrpSpPr>
      <p:grpSpPr>
        <a:xfrm>
          <a:off x="0" y="0"/>
          <a:ext cx="0" cy="0"/>
          <a:chOff x="0" y="0"/>
          <a:chExt cx="0" cy="0"/>
        </a:xfrm>
      </p:grpSpPr>
      <p:sp>
        <p:nvSpPr>
          <p:cNvPr id="319" name="Google Shape;319;p283"/>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20" name="Google Shape;320;p283"/>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21" name="Google Shape;321;p283"/>
          <p:cNvSpPr>
            <a:spLocks noGrp="1"/>
          </p:cNvSpPr>
          <p:nvPr>
            <p:ph type="pic" idx="3"/>
          </p:nvPr>
        </p:nvSpPr>
        <p:spPr>
          <a:xfrm>
            <a:off x="1160588" y="2262559"/>
            <a:ext cx="2614243" cy="2614243"/>
          </a:xfrm>
          <a:prstGeom prst="rect">
            <a:avLst/>
          </a:prstGeom>
          <a:noFill/>
          <a:ln>
            <a:noFill/>
          </a:ln>
        </p:spPr>
      </p:sp>
      <p:sp>
        <p:nvSpPr>
          <p:cNvPr id="322" name="Google Shape;322;p283"/>
          <p:cNvSpPr>
            <a:spLocks noGrp="1"/>
          </p:cNvSpPr>
          <p:nvPr>
            <p:ph type="pic" idx="4"/>
          </p:nvPr>
        </p:nvSpPr>
        <p:spPr>
          <a:xfrm>
            <a:off x="4788879" y="2262559"/>
            <a:ext cx="2614243" cy="2614243"/>
          </a:xfrm>
          <a:prstGeom prst="rect">
            <a:avLst/>
          </a:prstGeom>
          <a:noFill/>
          <a:ln>
            <a:noFill/>
          </a:ln>
        </p:spPr>
      </p:sp>
      <p:sp>
        <p:nvSpPr>
          <p:cNvPr id="323" name="Google Shape;323;p283"/>
          <p:cNvSpPr>
            <a:spLocks noGrp="1"/>
          </p:cNvSpPr>
          <p:nvPr>
            <p:ph type="pic" idx="5"/>
          </p:nvPr>
        </p:nvSpPr>
        <p:spPr>
          <a:xfrm>
            <a:off x="8305797" y="2262559"/>
            <a:ext cx="2614243" cy="2614243"/>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7_Top center title">
  <p:cSld name="7_Top center title">
    <p:spTree>
      <p:nvGrpSpPr>
        <p:cNvPr id="1" name="Shape 324"/>
        <p:cNvGrpSpPr/>
        <p:nvPr/>
      </p:nvGrpSpPr>
      <p:grpSpPr>
        <a:xfrm>
          <a:off x="0" y="0"/>
          <a:ext cx="0" cy="0"/>
          <a:chOff x="0" y="0"/>
          <a:chExt cx="0" cy="0"/>
        </a:xfrm>
      </p:grpSpPr>
      <p:sp>
        <p:nvSpPr>
          <p:cNvPr id="325" name="Google Shape;325;p284"/>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26" name="Google Shape;326;p284"/>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27" name="Google Shape;327;p284"/>
          <p:cNvSpPr>
            <a:spLocks noGrp="1"/>
          </p:cNvSpPr>
          <p:nvPr>
            <p:ph type="pic" idx="3"/>
          </p:nvPr>
        </p:nvSpPr>
        <p:spPr>
          <a:xfrm>
            <a:off x="624418" y="2133604"/>
            <a:ext cx="2344613" cy="2344613"/>
          </a:xfrm>
          <a:prstGeom prst="rect">
            <a:avLst/>
          </a:prstGeom>
          <a:noFill/>
          <a:ln>
            <a:noFill/>
          </a:ln>
        </p:spPr>
      </p:sp>
      <p:sp>
        <p:nvSpPr>
          <p:cNvPr id="328" name="Google Shape;328;p284"/>
          <p:cNvSpPr>
            <a:spLocks noGrp="1"/>
          </p:cNvSpPr>
          <p:nvPr>
            <p:ph type="pic" idx="4"/>
          </p:nvPr>
        </p:nvSpPr>
        <p:spPr>
          <a:xfrm>
            <a:off x="3490708" y="2133604"/>
            <a:ext cx="2344613" cy="2344613"/>
          </a:xfrm>
          <a:prstGeom prst="rect">
            <a:avLst/>
          </a:prstGeom>
          <a:noFill/>
          <a:ln>
            <a:noFill/>
          </a:ln>
        </p:spPr>
      </p:sp>
      <p:sp>
        <p:nvSpPr>
          <p:cNvPr id="329" name="Google Shape;329;p284"/>
          <p:cNvSpPr>
            <a:spLocks noGrp="1"/>
          </p:cNvSpPr>
          <p:nvPr>
            <p:ph type="pic" idx="5"/>
          </p:nvPr>
        </p:nvSpPr>
        <p:spPr>
          <a:xfrm>
            <a:off x="6356999" y="2133604"/>
            <a:ext cx="2344613" cy="2344613"/>
          </a:xfrm>
          <a:prstGeom prst="rect">
            <a:avLst/>
          </a:prstGeom>
          <a:noFill/>
          <a:ln>
            <a:noFill/>
          </a:ln>
        </p:spPr>
      </p:sp>
      <p:sp>
        <p:nvSpPr>
          <p:cNvPr id="330" name="Google Shape;330;p284"/>
          <p:cNvSpPr>
            <a:spLocks noGrp="1"/>
          </p:cNvSpPr>
          <p:nvPr>
            <p:ph type="pic" idx="6"/>
          </p:nvPr>
        </p:nvSpPr>
        <p:spPr>
          <a:xfrm>
            <a:off x="9222971" y="2133604"/>
            <a:ext cx="2344613" cy="2344613"/>
          </a:xfrm>
          <a:prstGeom prst="rect">
            <a:avLst/>
          </a:prstGeom>
          <a:no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8_Top center title">
  <p:cSld name="8_Top center title">
    <p:spTree>
      <p:nvGrpSpPr>
        <p:cNvPr id="1" name="Shape 331"/>
        <p:cNvGrpSpPr/>
        <p:nvPr/>
      </p:nvGrpSpPr>
      <p:grpSpPr>
        <a:xfrm>
          <a:off x="0" y="0"/>
          <a:ext cx="0" cy="0"/>
          <a:chOff x="0" y="0"/>
          <a:chExt cx="0" cy="0"/>
        </a:xfrm>
      </p:grpSpPr>
      <p:sp>
        <p:nvSpPr>
          <p:cNvPr id="332" name="Google Shape;332;p285"/>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33" name="Google Shape;333;p285"/>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34" name="Google Shape;334;p285"/>
          <p:cNvSpPr>
            <a:spLocks noGrp="1"/>
          </p:cNvSpPr>
          <p:nvPr>
            <p:ph type="pic" idx="3"/>
          </p:nvPr>
        </p:nvSpPr>
        <p:spPr>
          <a:xfrm>
            <a:off x="624418" y="2074991"/>
            <a:ext cx="1981196" cy="1981196"/>
          </a:xfrm>
          <a:prstGeom prst="rect">
            <a:avLst/>
          </a:prstGeom>
          <a:noFill/>
          <a:ln>
            <a:noFill/>
          </a:ln>
        </p:spPr>
      </p:sp>
      <p:sp>
        <p:nvSpPr>
          <p:cNvPr id="335" name="Google Shape;335;p285"/>
          <p:cNvSpPr>
            <a:spLocks noGrp="1"/>
          </p:cNvSpPr>
          <p:nvPr>
            <p:ph type="pic" idx="4"/>
          </p:nvPr>
        </p:nvSpPr>
        <p:spPr>
          <a:xfrm>
            <a:off x="2869443" y="2074991"/>
            <a:ext cx="1981196" cy="1981196"/>
          </a:xfrm>
          <a:prstGeom prst="rect">
            <a:avLst/>
          </a:prstGeom>
          <a:noFill/>
          <a:ln>
            <a:noFill/>
          </a:ln>
        </p:spPr>
      </p:sp>
      <p:sp>
        <p:nvSpPr>
          <p:cNvPr id="336" name="Google Shape;336;p285"/>
          <p:cNvSpPr>
            <a:spLocks noGrp="1"/>
          </p:cNvSpPr>
          <p:nvPr>
            <p:ph type="pic" idx="5"/>
          </p:nvPr>
        </p:nvSpPr>
        <p:spPr>
          <a:xfrm>
            <a:off x="5114470" y="2074991"/>
            <a:ext cx="1981196" cy="1981196"/>
          </a:xfrm>
          <a:prstGeom prst="rect">
            <a:avLst/>
          </a:prstGeom>
          <a:noFill/>
          <a:ln>
            <a:noFill/>
          </a:ln>
        </p:spPr>
      </p:sp>
      <p:sp>
        <p:nvSpPr>
          <p:cNvPr id="337" name="Google Shape;337;p285"/>
          <p:cNvSpPr>
            <a:spLocks noGrp="1"/>
          </p:cNvSpPr>
          <p:nvPr>
            <p:ph type="pic" idx="6"/>
          </p:nvPr>
        </p:nvSpPr>
        <p:spPr>
          <a:xfrm>
            <a:off x="7359497" y="2074991"/>
            <a:ext cx="1981196" cy="1981196"/>
          </a:xfrm>
          <a:prstGeom prst="rect">
            <a:avLst/>
          </a:prstGeom>
          <a:noFill/>
          <a:ln>
            <a:noFill/>
          </a:ln>
        </p:spPr>
      </p:sp>
      <p:sp>
        <p:nvSpPr>
          <p:cNvPr id="338" name="Google Shape;338;p285"/>
          <p:cNvSpPr>
            <a:spLocks noGrp="1"/>
          </p:cNvSpPr>
          <p:nvPr>
            <p:ph type="pic" idx="7"/>
          </p:nvPr>
        </p:nvSpPr>
        <p:spPr>
          <a:xfrm>
            <a:off x="9604523" y="2074991"/>
            <a:ext cx="1981196" cy="1981196"/>
          </a:xfrm>
          <a:prstGeom prst="rect">
            <a:avLst/>
          </a:prstGeom>
          <a:noFill/>
          <a:ln>
            <a:noFill/>
          </a:ln>
        </p:spPr>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9_Top center title">
  <p:cSld name="9_Top center title">
    <p:spTree>
      <p:nvGrpSpPr>
        <p:cNvPr id="1" name="Shape 339"/>
        <p:cNvGrpSpPr/>
        <p:nvPr/>
      </p:nvGrpSpPr>
      <p:grpSpPr>
        <a:xfrm>
          <a:off x="0" y="0"/>
          <a:ext cx="0" cy="0"/>
          <a:chOff x="0" y="0"/>
          <a:chExt cx="0" cy="0"/>
        </a:xfrm>
      </p:grpSpPr>
      <p:sp>
        <p:nvSpPr>
          <p:cNvPr id="340" name="Google Shape;340;p286"/>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41" name="Google Shape;341;p286"/>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42" name="Google Shape;342;p286"/>
          <p:cNvSpPr>
            <a:spLocks noGrp="1"/>
          </p:cNvSpPr>
          <p:nvPr>
            <p:ph type="pic" idx="3"/>
          </p:nvPr>
        </p:nvSpPr>
        <p:spPr>
          <a:xfrm>
            <a:off x="624418" y="2074991"/>
            <a:ext cx="1981196" cy="1981196"/>
          </a:xfrm>
          <a:prstGeom prst="rect">
            <a:avLst/>
          </a:prstGeom>
          <a:noFill/>
          <a:ln>
            <a:noFill/>
          </a:ln>
        </p:spPr>
      </p:sp>
      <p:sp>
        <p:nvSpPr>
          <p:cNvPr id="343" name="Google Shape;343;p286"/>
          <p:cNvSpPr>
            <a:spLocks noGrp="1"/>
          </p:cNvSpPr>
          <p:nvPr>
            <p:ph type="pic" idx="4"/>
          </p:nvPr>
        </p:nvSpPr>
        <p:spPr>
          <a:xfrm>
            <a:off x="624418" y="4290653"/>
            <a:ext cx="1981196" cy="1981196"/>
          </a:xfrm>
          <a:prstGeom prst="rect">
            <a:avLst/>
          </a:prstGeom>
          <a:noFill/>
          <a:ln>
            <a:noFill/>
          </a:ln>
        </p:spPr>
      </p:sp>
      <p:sp>
        <p:nvSpPr>
          <p:cNvPr id="344" name="Google Shape;344;p286"/>
          <p:cNvSpPr>
            <a:spLocks noGrp="1"/>
          </p:cNvSpPr>
          <p:nvPr>
            <p:ph type="pic" idx="5"/>
          </p:nvPr>
        </p:nvSpPr>
        <p:spPr>
          <a:xfrm>
            <a:off x="6096001" y="2074991"/>
            <a:ext cx="1981196" cy="1981196"/>
          </a:xfrm>
          <a:prstGeom prst="rect">
            <a:avLst/>
          </a:prstGeom>
          <a:noFill/>
          <a:ln>
            <a:noFill/>
          </a:ln>
        </p:spPr>
      </p:sp>
      <p:sp>
        <p:nvSpPr>
          <p:cNvPr id="345" name="Google Shape;345;p286"/>
          <p:cNvSpPr>
            <a:spLocks noGrp="1"/>
          </p:cNvSpPr>
          <p:nvPr>
            <p:ph type="pic" idx="6"/>
          </p:nvPr>
        </p:nvSpPr>
        <p:spPr>
          <a:xfrm>
            <a:off x="6096001" y="4290653"/>
            <a:ext cx="1981196" cy="1981196"/>
          </a:xfrm>
          <a:prstGeom prst="rect">
            <a:avLst/>
          </a:prstGeom>
          <a:noFill/>
          <a:ln>
            <a:noFill/>
          </a:ln>
        </p:spPr>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2_Top center title">
  <p:cSld name="2_Top center title">
    <p:spTree>
      <p:nvGrpSpPr>
        <p:cNvPr id="1" name="Shape 346"/>
        <p:cNvGrpSpPr/>
        <p:nvPr/>
      </p:nvGrpSpPr>
      <p:grpSpPr>
        <a:xfrm>
          <a:off x="0" y="0"/>
          <a:ext cx="0" cy="0"/>
          <a:chOff x="0" y="0"/>
          <a:chExt cx="0" cy="0"/>
        </a:xfrm>
      </p:grpSpPr>
      <p:sp>
        <p:nvSpPr>
          <p:cNvPr id="347" name="Google Shape;347;p287"/>
          <p:cNvSpPr txBox="1">
            <a:spLocks noGrp="1"/>
          </p:cNvSpPr>
          <p:nvPr>
            <p:ph type="body" idx="1"/>
          </p:nvPr>
        </p:nvSpPr>
        <p:spPr>
          <a:xfrm>
            <a:off x="3329431" y="849205"/>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48" name="Google Shape;348;p287"/>
          <p:cNvSpPr txBox="1">
            <a:spLocks noGrp="1"/>
          </p:cNvSpPr>
          <p:nvPr>
            <p:ph type="body" idx="2"/>
          </p:nvPr>
        </p:nvSpPr>
        <p:spPr>
          <a:xfrm>
            <a:off x="3329431" y="1677787"/>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49" name="Google Shape;349;p287"/>
          <p:cNvSpPr txBox="1">
            <a:spLocks noGrp="1"/>
          </p:cNvSpPr>
          <p:nvPr>
            <p:ph type="body" idx="3"/>
          </p:nvPr>
        </p:nvSpPr>
        <p:spPr>
          <a:xfrm>
            <a:off x="1033355"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50" name="Google Shape;350;p287"/>
          <p:cNvSpPr/>
          <p:nvPr/>
        </p:nvSpPr>
        <p:spPr>
          <a:xfrm flipH="1">
            <a:off x="682508" y="5595943"/>
            <a:ext cx="240000" cy="2400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7F7F7F"/>
              </a:solidFill>
              <a:latin typeface="Raleway Black"/>
              <a:ea typeface="Raleway Black"/>
              <a:cs typeface="Raleway Black"/>
              <a:sym typeface="Raleway Black"/>
            </a:endParaRPr>
          </a:p>
        </p:txBody>
      </p:sp>
      <p:sp>
        <p:nvSpPr>
          <p:cNvPr id="351" name="Google Shape;351;p287"/>
          <p:cNvSpPr txBox="1">
            <a:spLocks noGrp="1"/>
          </p:cNvSpPr>
          <p:nvPr>
            <p:ph type="body" idx="4"/>
          </p:nvPr>
        </p:nvSpPr>
        <p:spPr>
          <a:xfrm>
            <a:off x="1033355"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52" name="Google Shape;352;p287"/>
          <p:cNvSpPr/>
          <p:nvPr/>
        </p:nvSpPr>
        <p:spPr>
          <a:xfrm flipH="1">
            <a:off x="682508" y="6002343"/>
            <a:ext cx="240000" cy="2400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7F7F7F"/>
              </a:solidFill>
              <a:latin typeface="Raleway Black"/>
              <a:ea typeface="Raleway Black"/>
              <a:cs typeface="Raleway Black"/>
              <a:sym typeface="Raleway Black"/>
            </a:endParaRPr>
          </a:p>
        </p:txBody>
      </p:sp>
      <p:sp>
        <p:nvSpPr>
          <p:cNvPr id="353" name="Google Shape;353;p287"/>
          <p:cNvSpPr txBox="1">
            <a:spLocks noGrp="1"/>
          </p:cNvSpPr>
          <p:nvPr>
            <p:ph type="body" idx="5"/>
          </p:nvPr>
        </p:nvSpPr>
        <p:spPr>
          <a:xfrm>
            <a:off x="3806016"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54" name="Google Shape;354;p287"/>
          <p:cNvSpPr/>
          <p:nvPr/>
        </p:nvSpPr>
        <p:spPr>
          <a:xfrm flipH="1">
            <a:off x="3455169" y="5595943"/>
            <a:ext cx="240000" cy="2400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A5A5A5"/>
              </a:solidFill>
              <a:latin typeface="Raleway Black"/>
              <a:ea typeface="Raleway Black"/>
              <a:cs typeface="Raleway Black"/>
              <a:sym typeface="Raleway Black"/>
            </a:endParaRPr>
          </a:p>
        </p:txBody>
      </p:sp>
      <p:sp>
        <p:nvSpPr>
          <p:cNvPr id="355" name="Google Shape;355;p287"/>
          <p:cNvSpPr txBox="1">
            <a:spLocks noGrp="1"/>
          </p:cNvSpPr>
          <p:nvPr>
            <p:ph type="body" idx="6"/>
          </p:nvPr>
        </p:nvSpPr>
        <p:spPr>
          <a:xfrm>
            <a:off x="3806016"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56" name="Google Shape;356;p287"/>
          <p:cNvSpPr/>
          <p:nvPr/>
        </p:nvSpPr>
        <p:spPr>
          <a:xfrm flipH="1">
            <a:off x="3455169" y="6002343"/>
            <a:ext cx="240000" cy="2400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A5A5A5"/>
              </a:solidFill>
              <a:latin typeface="Raleway Black"/>
              <a:ea typeface="Raleway Black"/>
              <a:cs typeface="Raleway Black"/>
              <a:sym typeface="Raleway Black"/>
            </a:endParaRPr>
          </a:p>
        </p:txBody>
      </p:sp>
      <p:sp>
        <p:nvSpPr>
          <p:cNvPr id="357" name="Google Shape;357;p287"/>
          <p:cNvSpPr txBox="1">
            <a:spLocks noGrp="1"/>
          </p:cNvSpPr>
          <p:nvPr>
            <p:ph type="body" idx="7"/>
          </p:nvPr>
        </p:nvSpPr>
        <p:spPr>
          <a:xfrm>
            <a:off x="6494011"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58" name="Google Shape;358;p287"/>
          <p:cNvSpPr/>
          <p:nvPr/>
        </p:nvSpPr>
        <p:spPr>
          <a:xfrm flipH="1">
            <a:off x="6143164" y="5595943"/>
            <a:ext cx="240000" cy="2400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A5A5A5"/>
              </a:solidFill>
              <a:latin typeface="Raleway Black"/>
              <a:ea typeface="Raleway Black"/>
              <a:cs typeface="Raleway Black"/>
              <a:sym typeface="Raleway Black"/>
            </a:endParaRPr>
          </a:p>
        </p:txBody>
      </p:sp>
      <p:sp>
        <p:nvSpPr>
          <p:cNvPr id="359" name="Google Shape;359;p287"/>
          <p:cNvSpPr txBox="1">
            <a:spLocks noGrp="1"/>
          </p:cNvSpPr>
          <p:nvPr>
            <p:ph type="body" idx="8"/>
          </p:nvPr>
        </p:nvSpPr>
        <p:spPr>
          <a:xfrm>
            <a:off x="6494011"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60" name="Google Shape;360;p287"/>
          <p:cNvSpPr/>
          <p:nvPr/>
        </p:nvSpPr>
        <p:spPr>
          <a:xfrm flipH="1">
            <a:off x="6143164" y="6002343"/>
            <a:ext cx="240000" cy="240000"/>
          </a:xfrm>
          <a:prstGeom prst="ellipse">
            <a:avLst/>
          </a:prstGeom>
          <a:solidFill>
            <a:srgbClr val="4836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A5A5A5"/>
              </a:solidFill>
              <a:latin typeface="Raleway Black"/>
              <a:ea typeface="Raleway Black"/>
              <a:cs typeface="Raleway Black"/>
              <a:sym typeface="Raleway Black"/>
            </a:endParaRPr>
          </a:p>
        </p:txBody>
      </p:sp>
      <p:sp>
        <p:nvSpPr>
          <p:cNvPr id="361" name="Google Shape;361;p287"/>
          <p:cNvSpPr txBox="1">
            <a:spLocks noGrp="1"/>
          </p:cNvSpPr>
          <p:nvPr>
            <p:ph type="body" idx="9"/>
          </p:nvPr>
        </p:nvSpPr>
        <p:spPr>
          <a:xfrm>
            <a:off x="9182005"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62" name="Google Shape;362;p287"/>
          <p:cNvSpPr/>
          <p:nvPr/>
        </p:nvSpPr>
        <p:spPr>
          <a:xfrm flipH="1">
            <a:off x="8831159" y="5595943"/>
            <a:ext cx="240000" cy="240000"/>
          </a:xfrm>
          <a:prstGeom prst="ellipse">
            <a:avLst/>
          </a:prstGeom>
          <a:solidFill>
            <a:srgbClr val="50771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A5A5A5"/>
              </a:solidFill>
              <a:latin typeface="Raleway Black"/>
              <a:ea typeface="Raleway Black"/>
              <a:cs typeface="Raleway Black"/>
              <a:sym typeface="Raleway Black"/>
            </a:endParaRPr>
          </a:p>
        </p:txBody>
      </p:sp>
      <p:sp>
        <p:nvSpPr>
          <p:cNvPr id="363" name="Google Shape;363;p287"/>
          <p:cNvSpPr txBox="1">
            <a:spLocks noGrp="1"/>
          </p:cNvSpPr>
          <p:nvPr>
            <p:ph type="body" idx="13"/>
          </p:nvPr>
        </p:nvSpPr>
        <p:spPr>
          <a:xfrm>
            <a:off x="9182005"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64" name="Google Shape;364;p287"/>
          <p:cNvSpPr/>
          <p:nvPr/>
        </p:nvSpPr>
        <p:spPr>
          <a:xfrm flipH="1">
            <a:off x="8831159" y="6002343"/>
            <a:ext cx="240000" cy="240000"/>
          </a:xfrm>
          <a:prstGeom prst="ellipse">
            <a:avLst/>
          </a:prstGeom>
          <a:solidFill>
            <a:srgbClr val="14425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33"/>
              <a:buFont typeface="Arial"/>
              <a:buNone/>
            </a:pPr>
            <a:endParaRPr sz="1333" b="1" i="0" u="none" strike="noStrike" cap="none">
              <a:solidFill>
                <a:srgbClr val="A5A5A5"/>
              </a:solidFill>
              <a:latin typeface="Raleway Black"/>
              <a:ea typeface="Raleway Black"/>
              <a:cs typeface="Raleway Black"/>
              <a:sym typeface="Raleway Black"/>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3_Top center title">
  <p:cSld name="3_Top center title">
    <p:spTree>
      <p:nvGrpSpPr>
        <p:cNvPr id="1" name="Shape 365"/>
        <p:cNvGrpSpPr/>
        <p:nvPr/>
      </p:nvGrpSpPr>
      <p:grpSpPr>
        <a:xfrm>
          <a:off x="0" y="0"/>
          <a:ext cx="0" cy="0"/>
          <a:chOff x="0" y="0"/>
          <a:chExt cx="0" cy="0"/>
        </a:xfrm>
      </p:grpSpPr>
      <p:sp>
        <p:nvSpPr>
          <p:cNvPr id="366" name="Google Shape;366;p288"/>
          <p:cNvSpPr txBox="1">
            <a:spLocks noGrp="1"/>
          </p:cNvSpPr>
          <p:nvPr>
            <p:ph type="body" idx="1"/>
          </p:nvPr>
        </p:nvSpPr>
        <p:spPr>
          <a:xfrm>
            <a:off x="3329431" y="19561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67" name="Google Shape;367;p288"/>
          <p:cNvSpPr txBox="1">
            <a:spLocks noGrp="1"/>
          </p:cNvSpPr>
          <p:nvPr>
            <p:ph type="body" idx="2"/>
          </p:nvPr>
        </p:nvSpPr>
        <p:spPr>
          <a:xfrm>
            <a:off x="3329431" y="102419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68" name="Google Shape;368;p288"/>
          <p:cNvSpPr/>
          <p:nvPr/>
        </p:nvSpPr>
        <p:spPr>
          <a:xfrm>
            <a:off x="1050232" y="1656563"/>
            <a:ext cx="2112000" cy="2111997"/>
          </a:xfrm>
          <a:prstGeom prst="arc">
            <a:avLst>
              <a:gd name="adj1" fmla="val 11622373"/>
              <a:gd name="adj2" fmla="val 10303517"/>
            </a:avLst>
          </a:prstGeom>
          <a:noFill/>
          <a:ln w="127000" cap="sq" cmpd="sng">
            <a:solidFill>
              <a:schemeClr val="accent2"/>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369" name="Google Shape;369;p288"/>
          <p:cNvSpPr/>
          <p:nvPr/>
        </p:nvSpPr>
        <p:spPr>
          <a:xfrm>
            <a:off x="710333" y="2347948"/>
            <a:ext cx="749283" cy="74927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370" name="Google Shape;370;p288"/>
          <p:cNvSpPr txBox="1">
            <a:spLocks noGrp="1"/>
          </p:cNvSpPr>
          <p:nvPr>
            <p:ph type="body" idx="3"/>
          </p:nvPr>
        </p:nvSpPr>
        <p:spPr>
          <a:xfrm>
            <a:off x="732028" y="230286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71" name="Google Shape;371;p288"/>
          <p:cNvSpPr>
            <a:spLocks noGrp="1"/>
          </p:cNvSpPr>
          <p:nvPr>
            <p:ph type="pic" idx="4"/>
          </p:nvPr>
        </p:nvSpPr>
        <p:spPr>
          <a:xfrm>
            <a:off x="1308070" y="1814003"/>
            <a:ext cx="1692180" cy="1775640"/>
          </a:xfrm>
          <a:prstGeom prst="rect">
            <a:avLst/>
          </a:prstGeom>
          <a:noFill/>
          <a:ln>
            <a:noFill/>
          </a:ln>
        </p:spPr>
      </p:sp>
      <p:sp>
        <p:nvSpPr>
          <p:cNvPr id="372" name="Google Shape;372;p288"/>
          <p:cNvSpPr/>
          <p:nvPr/>
        </p:nvSpPr>
        <p:spPr>
          <a:xfrm>
            <a:off x="6492164" y="1656563"/>
            <a:ext cx="2112000" cy="2111997"/>
          </a:xfrm>
          <a:prstGeom prst="arc">
            <a:avLst>
              <a:gd name="adj1" fmla="val 11622373"/>
              <a:gd name="adj2" fmla="val 10303517"/>
            </a:avLst>
          </a:prstGeom>
          <a:noFill/>
          <a:ln w="127000" cap="sq" cmpd="sng">
            <a:solidFill>
              <a:schemeClr val="accent3"/>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373" name="Google Shape;373;p288"/>
          <p:cNvSpPr/>
          <p:nvPr/>
        </p:nvSpPr>
        <p:spPr>
          <a:xfrm>
            <a:off x="6152265" y="2347948"/>
            <a:ext cx="749283" cy="749277"/>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374" name="Google Shape;374;p288"/>
          <p:cNvSpPr txBox="1">
            <a:spLocks noGrp="1"/>
          </p:cNvSpPr>
          <p:nvPr>
            <p:ph type="body" idx="5"/>
          </p:nvPr>
        </p:nvSpPr>
        <p:spPr>
          <a:xfrm>
            <a:off x="6173960" y="230286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75" name="Google Shape;375;p288"/>
          <p:cNvSpPr>
            <a:spLocks noGrp="1"/>
          </p:cNvSpPr>
          <p:nvPr>
            <p:ph type="pic" idx="6"/>
          </p:nvPr>
        </p:nvSpPr>
        <p:spPr>
          <a:xfrm>
            <a:off x="6750002" y="1814003"/>
            <a:ext cx="1692180" cy="1775640"/>
          </a:xfrm>
          <a:prstGeom prst="rect">
            <a:avLst/>
          </a:prstGeom>
          <a:noFill/>
          <a:ln>
            <a:noFill/>
          </a:ln>
        </p:spPr>
      </p:sp>
      <p:sp>
        <p:nvSpPr>
          <p:cNvPr id="376" name="Google Shape;376;p288"/>
          <p:cNvSpPr/>
          <p:nvPr/>
        </p:nvSpPr>
        <p:spPr>
          <a:xfrm>
            <a:off x="1050232" y="4182244"/>
            <a:ext cx="2112000" cy="2111997"/>
          </a:xfrm>
          <a:prstGeom prst="arc">
            <a:avLst>
              <a:gd name="adj1" fmla="val 11622373"/>
              <a:gd name="adj2" fmla="val 10303517"/>
            </a:avLst>
          </a:prstGeom>
          <a:noFill/>
          <a:ln w="127000" cap="sq" cmpd="sng">
            <a:solidFill>
              <a:schemeClr val="accent4"/>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377" name="Google Shape;377;p288"/>
          <p:cNvSpPr/>
          <p:nvPr/>
        </p:nvSpPr>
        <p:spPr>
          <a:xfrm>
            <a:off x="710333" y="4873630"/>
            <a:ext cx="749283" cy="749277"/>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378" name="Google Shape;378;p288"/>
          <p:cNvSpPr txBox="1">
            <a:spLocks noGrp="1"/>
          </p:cNvSpPr>
          <p:nvPr>
            <p:ph type="body" idx="7"/>
          </p:nvPr>
        </p:nvSpPr>
        <p:spPr>
          <a:xfrm>
            <a:off x="732028" y="4828546"/>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79" name="Google Shape;379;p288"/>
          <p:cNvSpPr>
            <a:spLocks noGrp="1"/>
          </p:cNvSpPr>
          <p:nvPr>
            <p:ph type="pic" idx="8"/>
          </p:nvPr>
        </p:nvSpPr>
        <p:spPr>
          <a:xfrm>
            <a:off x="1308070" y="4339684"/>
            <a:ext cx="1692180" cy="1775640"/>
          </a:xfrm>
          <a:prstGeom prst="rect">
            <a:avLst/>
          </a:prstGeom>
          <a:noFill/>
          <a:ln>
            <a:noFill/>
          </a:ln>
        </p:spPr>
      </p:sp>
      <p:sp>
        <p:nvSpPr>
          <p:cNvPr id="380" name="Google Shape;380;p288"/>
          <p:cNvSpPr/>
          <p:nvPr/>
        </p:nvSpPr>
        <p:spPr>
          <a:xfrm>
            <a:off x="6492164" y="4182244"/>
            <a:ext cx="2112000" cy="2111997"/>
          </a:xfrm>
          <a:prstGeom prst="arc">
            <a:avLst>
              <a:gd name="adj1" fmla="val 11622373"/>
              <a:gd name="adj2" fmla="val 10303517"/>
            </a:avLst>
          </a:prstGeom>
          <a:noFill/>
          <a:ln w="127000" cap="sq" cmpd="sng">
            <a:solidFill>
              <a:schemeClr val="accent5"/>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381" name="Google Shape;381;p288"/>
          <p:cNvSpPr/>
          <p:nvPr/>
        </p:nvSpPr>
        <p:spPr>
          <a:xfrm>
            <a:off x="6152265" y="4873630"/>
            <a:ext cx="749283" cy="749277"/>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382" name="Google Shape;382;p288"/>
          <p:cNvSpPr txBox="1">
            <a:spLocks noGrp="1"/>
          </p:cNvSpPr>
          <p:nvPr>
            <p:ph type="body" idx="9"/>
          </p:nvPr>
        </p:nvSpPr>
        <p:spPr>
          <a:xfrm>
            <a:off x="6173960" y="4828546"/>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83" name="Google Shape;383;p288"/>
          <p:cNvSpPr>
            <a:spLocks noGrp="1"/>
          </p:cNvSpPr>
          <p:nvPr>
            <p:ph type="pic" idx="13"/>
          </p:nvPr>
        </p:nvSpPr>
        <p:spPr>
          <a:xfrm>
            <a:off x="6750002" y="4339684"/>
            <a:ext cx="1692180" cy="1775640"/>
          </a:xfrm>
          <a:prstGeom prst="rect">
            <a:avLst/>
          </a:prstGeom>
          <a:noFill/>
          <a:ln>
            <a:noFill/>
          </a:ln>
        </p:spPr>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Right top title">
  <p:cSld name="Right top title">
    <p:spTree>
      <p:nvGrpSpPr>
        <p:cNvPr id="1" name="Shape 384"/>
        <p:cNvGrpSpPr/>
        <p:nvPr/>
      </p:nvGrpSpPr>
      <p:grpSpPr>
        <a:xfrm>
          <a:off x="0" y="0"/>
          <a:ext cx="0" cy="0"/>
          <a:chOff x="0" y="0"/>
          <a:chExt cx="0" cy="0"/>
        </a:xfrm>
      </p:grpSpPr>
      <p:sp>
        <p:nvSpPr>
          <p:cNvPr id="385" name="Google Shape;385;p289"/>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86" name="Google Shape;386;p289"/>
          <p:cNvSpPr txBox="1">
            <a:spLocks noGrp="1"/>
          </p:cNvSpPr>
          <p:nvPr>
            <p:ph type="body" idx="2"/>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treghts">
  <p:cSld name="Streghts">
    <p:spTree>
      <p:nvGrpSpPr>
        <p:cNvPr id="1" name="Shape 387"/>
        <p:cNvGrpSpPr/>
        <p:nvPr/>
      </p:nvGrpSpPr>
      <p:grpSpPr>
        <a:xfrm>
          <a:off x="0" y="0"/>
          <a:ext cx="0" cy="0"/>
          <a:chOff x="0" y="0"/>
          <a:chExt cx="0" cy="0"/>
        </a:xfrm>
      </p:grpSpPr>
      <p:sp>
        <p:nvSpPr>
          <p:cNvPr id="388" name="Google Shape;388;p290"/>
          <p:cNvSpPr>
            <a:spLocks noGrp="1"/>
          </p:cNvSpPr>
          <p:nvPr>
            <p:ph type="pic" idx="2"/>
          </p:nvPr>
        </p:nvSpPr>
        <p:spPr>
          <a:xfrm>
            <a:off x="1348366" y="989762"/>
            <a:ext cx="3433996" cy="4740476"/>
          </a:xfrm>
          <a:prstGeom prst="rect">
            <a:avLst/>
          </a:prstGeom>
          <a:noFill/>
          <a:ln>
            <a:noFill/>
          </a:ln>
        </p:spPr>
      </p:sp>
      <p:sp>
        <p:nvSpPr>
          <p:cNvPr id="389" name="Google Shape;389;p290"/>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90" name="Google Shape;390;p290"/>
          <p:cNvSpPr txBox="1">
            <a:spLocks noGrp="1"/>
          </p:cNvSpPr>
          <p:nvPr>
            <p:ph type="body" idx="3"/>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Weacknesses">
  <p:cSld name="Weacknesses">
    <p:spTree>
      <p:nvGrpSpPr>
        <p:cNvPr id="1" name="Shape 391"/>
        <p:cNvGrpSpPr/>
        <p:nvPr/>
      </p:nvGrpSpPr>
      <p:grpSpPr>
        <a:xfrm>
          <a:off x="0" y="0"/>
          <a:ext cx="0" cy="0"/>
          <a:chOff x="0" y="0"/>
          <a:chExt cx="0" cy="0"/>
        </a:xfrm>
      </p:grpSpPr>
      <p:sp>
        <p:nvSpPr>
          <p:cNvPr id="392" name="Google Shape;392;p291"/>
          <p:cNvSpPr>
            <a:spLocks noGrp="1"/>
          </p:cNvSpPr>
          <p:nvPr>
            <p:ph type="pic" idx="2"/>
          </p:nvPr>
        </p:nvSpPr>
        <p:spPr>
          <a:xfrm>
            <a:off x="6202129" y="989762"/>
            <a:ext cx="5259327" cy="4897868"/>
          </a:xfrm>
          <a:prstGeom prst="rect">
            <a:avLst/>
          </a:prstGeom>
          <a:noFill/>
          <a:ln>
            <a:noFill/>
          </a:ln>
        </p:spPr>
      </p:sp>
      <p:sp>
        <p:nvSpPr>
          <p:cNvPr id="393" name="Google Shape;393;p291"/>
          <p:cNvSpPr txBox="1">
            <a:spLocks noGrp="1"/>
          </p:cNvSpPr>
          <p:nvPr>
            <p:ph type="body" idx="1"/>
          </p:nvPr>
        </p:nvSpPr>
        <p:spPr>
          <a:xfrm>
            <a:off x="624416"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94" name="Google Shape;394;p291"/>
          <p:cNvSpPr txBox="1">
            <a:spLocks noGrp="1"/>
          </p:cNvSpPr>
          <p:nvPr>
            <p:ph type="body" idx="3"/>
          </p:nvPr>
        </p:nvSpPr>
        <p:spPr>
          <a:xfrm>
            <a:off x="624416"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Oportunities">
  <p:cSld name="Oportunities">
    <p:spTree>
      <p:nvGrpSpPr>
        <p:cNvPr id="1" name="Shape 395"/>
        <p:cNvGrpSpPr/>
        <p:nvPr/>
      </p:nvGrpSpPr>
      <p:grpSpPr>
        <a:xfrm>
          <a:off x="0" y="0"/>
          <a:ext cx="0" cy="0"/>
          <a:chOff x="0" y="0"/>
          <a:chExt cx="0" cy="0"/>
        </a:xfrm>
      </p:grpSpPr>
      <p:sp>
        <p:nvSpPr>
          <p:cNvPr id="396" name="Google Shape;396;p292"/>
          <p:cNvSpPr>
            <a:spLocks noGrp="1"/>
          </p:cNvSpPr>
          <p:nvPr>
            <p:ph type="pic" idx="2"/>
          </p:nvPr>
        </p:nvSpPr>
        <p:spPr>
          <a:xfrm>
            <a:off x="1066285" y="959478"/>
            <a:ext cx="4276177" cy="5307917"/>
          </a:xfrm>
          <a:prstGeom prst="rect">
            <a:avLst/>
          </a:prstGeom>
          <a:noFill/>
          <a:ln>
            <a:noFill/>
          </a:ln>
        </p:spPr>
      </p:sp>
      <p:sp>
        <p:nvSpPr>
          <p:cNvPr id="397" name="Google Shape;397;p292"/>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98" name="Google Shape;398;p292"/>
          <p:cNvSpPr txBox="1">
            <a:spLocks noGrp="1"/>
          </p:cNvSpPr>
          <p:nvPr>
            <p:ph type="body" idx="3"/>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hreats">
  <p:cSld name="Threats">
    <p:spTree>
      <p:nvGrpSpPr>
        <p:cNvPr id="1" name="Shape 399"/>
        <p:cNvGrpSpPr/>
        <p:nvPr/>
      </p:nvGrpSpPr>
      <p:grpSpPr>
        <a:xfrm>
          <a:off x="0" y="0"/>
          <a:ext cx="0" cy="0"/>
          <a:chOff x="0" y="0"/>
          <a:chExt cx="0" cy="0"/>
        </a:xfrm>
      </p:grpSpPr>
      <p:sp>
        <p:nvSpPr>
          <p:cNvPr id="400" name="Google Shape;400;p293"/>
          <p:cNvSpPr>
            <a:spLocks noGrp="1"/>
          </p:cNvSpPr>
          <p:nvPr>
            <p:ph type="pic" idx="2"/>
          </p:nvPr>
        </p:nvSpPr>
        <p:spPr>
          <a:xfrm>
            <a:off x="7040660" y="973997"/>
            <a:ext cx="3582264" cy="5631793"/>
          </a:xfrm>
          <a:prstGeom prst="rect">
            <a:avLst/>
          </a:prstGeom>
          <a:noFill/>
          <a:ln>
            <a:noFill/>
          </a:ln>
        </p:spPr>
      </p:sp>
      <p:sp>
        <p:nvSpPr>
          <p:cNvPr id="401" name="Google Shape;401;p293"/>
          <p:cNvSpPr txBox="1">
            <a:spLocks noGrp="1"/>
          </p:cNvSpPr>
          <p:nvPr>
            <p:ph type="body" idx="1"/>
          </p:nvPr>
        </p:nvSpPr>
        <p:spPr>
          <a:xfrm>
            <a:off x="624417"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02" name="Google Shape;402;p293"/>
          <p:cNvSpPr txBox="1">
            <a:spLocks noGrp="1"/>
          </p:cNvSpPr>
          <p:nvPr>
            <p:ph type="body" idx="3"/>
          </p:nvPr>
        </p:nvSpPr>
        <p:spPr>
          <a:xfrm>
            <a:off x="624417"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1_Top center title">
  <p:cSld name="1_Top center title">
    <p:spTree>
      <p:nvGrpSpPr>
        <p:cNvPr id="1" name="Shape 403"/>
        <p:cNvGrpSpPr/>
        <p:nvPr/>
      </p:nvGrpSpPr>
      <p:grpSpPr>
        <a:xfrm>
          <a:off x="0" y="0"/>
          <a:ext cx="0" cy="0"/>
          <a:chOff x="0" y="0"/>
          <a:chExt cx="0" cy="0"/>
        </a:xfrm>
      </p:grpSpPr>
      <p:sp>
        <p:nvSpPr>
          <p:cNvPr id="404" name="Google Shape;404;p294"/>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05" name="Google Shape;405;p294"/>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06" name="Google Shape;406;p294"/>
          <p:cNvSpPr/>
          <p:nvPr/>
        </p:nvSpPr>
        <p:spPr>
          <a:xfrm>
            <a:off x="996833" y="2023904"/>
            <a:ext cx="2880004" cy="2880000"/>
          </a:xfrm>
          <a:prstGeom prst="ellipse">
            <a:avLst/>
          </a:prstGeom>
          <a:noFill/>
          <a:ln w="381000" cap="rnd"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407" name="Google Shape;407;p294"/>
          <p:cNvSpPr/>
          <p:nvPr/>
        </p:nvSpPr>
        <p:spPr>
          <a:xfrm>
            <a:off x="4654431" y="2023904"/>
            <a:ext cx="2880004" cy="2880000"/>
          </a:xfrm>
          <a:prstGeom prst="ellipse">
            <a:avLst/>
          </a:prstGeom>
          <a:noFill/>
          <a:ln w="381000" cap="rnd"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408" name="Google Shape;408;p294"/>
          <p:cNvSpPr/>
          <p:nvPr/>
        </p:nvSpPr>
        <p:spPr>
          <a:xfrm>
            <a:off x="8334609" y="2023904"/>
            <a:ext cx="2880004" cy="2880000"/>
          </a:xfrm>
          <a:prstGeom prst="ellipse">
            <a:avLst/>
          </a:prstGeom>
          <a:noFill/>
          <a:ln w="381000" cap="rnd"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409" name="Google Shape;409;p294"/>
          <p:cNvSpPr/>
          <p:nvPr/>
        </p:nvSpPr>
        <p:spPr>
          <a:xfrm>
            <a:off x="3873618" y="3114585"/>
            <a:ext cx="816001" cy="815999"/>
          </a:xfrm>
          <a:prstGeom prst="ellipse">
            <a:avLst/>
          </a:prstGeom>
          <a:solidFill>
            <a:srgbClr val="4836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410" name="Google Shape;410;p294"/>
          <p:cNvSpPr/>
          <p:nvPr/>
        </p:nvSpPr>
        <p:spPr>
          <a:xfrm>
            <a:off x="7514986" y="3114585"/>
            <a:ext cx="816001" cy="815999"/>
          </a:xfrm>
          <a:prstGeom prst="ellipse">
            <a:avLst/>
          </a:prstGeom>
          <a:solidFill>
            <a:srgbClr val="50771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411" name="Google Shape;411;p294"/>
          <p:cNvSpPr>
            <a:spLocks noGrp="1"/>
          </p:cNvSpPr>
          <p:nvPr>
            <p:ph type="pic" idx="3"/>
          </p:nvPr>
        </p:nvSpPr>
        <p:spPr>
          <a:xfrm>
            <a:off x="874187" y="1912129"/>
            <a:ext cx="3072984" cy="3120000"/>
          </a:xfrm>
          <a:prstGeom prst="rect">
            <a:avLst/>
          </a:prstGeom>
          <a:noFill/>
          <a:ln>
            <a:noFill/>
          </a:ln>
        </p:spPr>
      </p:sp>
      <p:sp>
        <p:nvSpPr>
          <p:cNvPr id="412" name="Google Shape;412;p294"/>
          <p:cNvSpPr>
            <a:spLocks noGrp="1"/>
          </p:cNvSpPr>
          <p:nvPr>
            <p:ph type="pic" idx="4"/>
          </p:nvPr>
        </p:nvSpPr>
        <p:spPr>
          <a:xfrm>
            <a:off x="4585804" y="1912129"/>
            <a:ext cx="3016120" cy="3120000"/>
          </a:xfrm>
          <a:prstGeom prst="rect">
            <a:avLst/>
          </a:prstGeom>
          <a:noFill/>
          <a:ln>
            <a:noFill/>
          </a:ln>
        </p:spPr>
      </p:sp>
      <p:sp>
        <p:nvSpPr>
          <p:cNvPr id="413" name="Google Shape;413;p294"/>
          <p:cNvSpPr>
            <a:spLocks noGrp="1"/>
          </p:cNvSpPr>
          <p:nvPr>
            <p:ph type="pic" idx="5"/>
          </p:nvPr>
        </p:nvSpPr>
        <p:spPr>
          <a:xfrm>
            <a:off x="8254103" y="1912129"/>
            <a:ext cx="3071508" cy="3120000"/>
          </a:xfrm>
          <a:prstGeom prst="rect">
            <a:avLst/>
          </a:prstGeom>
          <a:noFill/>
          <a:ln>
            <a:noFill/>
          </a:ln>
        </p:spPr>
      </p:sp>
      <p:sp>
        <p:nvSpPr>
          <p:cNvPr id="414" name="Google Shape;414;p294"/>
          <p:cNvSpPr txBox="1">
            <a:spLocks noGrp="1"/>
          </p:cNvSpPr>
          <p:nvPr>
            <p:ph type="body" idx="6"/>
          </p:nvPr>
        </p:nvSpPr>
        <p:spPr>
          <a:xfrm>
            <a:off x="3947171" y="311458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15" name="Google Shape;415;p294"/>
          <p:cNvSpPr txBox="1">
            <a:spLocks noGrp="1"/>
          </p:cNvSpPr>
          <p:nvPr>
            <p:ph type="body" idx="7"/>
          </p:nvPr>
        </p:nvSpPr>
        <p:spPr>
          <a:xfrm>
            <a:off x="7572830" y="311458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416"/>
        <p:cNvGrpSpPr/>
        <p:nvPr/>
      </p:nvGrpSpPr>
      <p:grpSpPr>
        <a:xfrm>
          <a:off x="0" y="0"/>
          <a:ext cx="0" cy="0"/>
          <a:chOff x="0" y="0"/>
          <a:chExt cx="0" cy="0"/>
        </a:xfrm>
      </p:grpSpPr>
      <p:sp>
        <p:nvSpPr>
          <p:cNvPr id="417" name="Google Shape;417;p295"/>
          <p:cNvSpPr/>
          <p:nvPr/>
        </p:nvSpPr>
        <p:spPr>
          <a:xfrm>
            <a:off x="954808" y="1980090"/>
            <a:ext cx="1793877" cy="1823989"/>
          </a:xfrm>
          <a:prstGeom prst="ellipse">
            <a:avLst/>
          </a:prstGeom>
          <a:noFill/>
          <a:ln w="381000" cap="rnd"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418" name="Google Shape;418;p295"/>
          <p:cNvSpPr>
            <a:spLocks noGrp="1"/>
          </p:cNvSpPr>
          <p:nvPr>
            <p:ph type="pic" idx="2"/>
          </p:nvPr>
        </p:nvSpPr>
        <p:spPr>
          <a:xfrm>
            <a:off x="858412" y="1861557"/>
            <a:ext cx="2029915" cy="2063988"/>
          </a:xfrm>
          <a:prstGeom prst="rect">
            <a:avLst/>
          </a:prstGeom>
          <a:noFill/>
          <a:ln>
            <a:noFill/>
          </a:ln>
        </p:spPr>
      </p:sp>
      <p:sp>
        <p:nvSpPr>
          <p:cNvPr id="419" name="Google Shape;419;p295"/>
          <p:cNvSpPr txBox="1">
            <a:spLocks noGrp="1"/>
          </p:cNvSpPr>
          <p:nvPr>
            <p:ph type="body" idx="1"/>
          </p:nvPr>
        </p:nvSpPr>
        <p:spPr>
          <a:xfrm>
            <a:off x="858649"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20" name="Google Shape;420;p295"/>
          <p:cNvSpPr txBox="1">
            <a:spLocks noGrp="1"/>
          </p:cNvSpPr>
          <p:nvPr>
            <p:ph type="body" idx="3"/>
          </p:nvPr>
        </p:nvSpPr>
        <p:spPr>
          <a:xfrm>
            <a:off x="858649"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21" name="Google Shape;421;p295"/>
          <p:cNvSpPr txBox="1">
            <a:spLocks noGrp="1"/>
          </p:cNvSpPr>
          <p:nvPr>
            <p:ph type="body" idx="4"/>
          </p:nvPr>
        </p:nvSpPr>
        <p:spPr>
          <a:xfrm>
            <a:off x="858651"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22" name="Google Shape;422;p295"/>
          <p:cNvSpPr txBox="1">
            <a:spLocks noGrp="1"/>
          </p:cNvSpPr>
          <p:nvPr>
            <p:ph type="body" idx="5"/>
          </p:nvPr>
        </p:nvSpPr>
        <p:spPr>
          <a:xfrm>
            <a:off x="1610728"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accent2"/>
              </a:buClr>
              <a:buSzPts val="3333"/>
              <a:buFont typeface="Arial"/>
              <a:buNone/>
              <a:defRPr sz="3333" b="1" i="0" u="none" strike="noStrike" cap="none">
                <a:solidFill>
                  <a:schemeClr val="accent2"/>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cxnSp>
        <p:nvCxnSpPr>
          <p:cNvPr id="423" name="Google Shape;423;p295"/>
          <p:cNvCxnSpPr/>
          <p:nvPr/>
        </p:nvCxnSpPr>
        <p:spPr>
          <a:xfrm>
            <a:off x="3228335" y="1851379"/>
            <a:ext cx="0" cy="4607999"/>
          </a:xfrm>
          <a:prstGeom prst="straightConnector1">
            <a:avLst/>
          </a:prstGeom>
          <a:noFill/>
          <a:ln w="9525" cap="flat" cmpd="sng">
            <a:solidFill>
              <a:srgbClr val="D8D8D8"/>
            </a:solidFill>
            <a:prstDash val="dash"/>
            <a:miter lim="800000"/>
            <a:headEnd type="none" w="sm" len="sm"/>
            <a:tailEnd type="none" w="sm" len="sm"/>
          </a:ln>
        </p:spPr>
      </p:cxnSp>
      <p:sp>
        <p:nvSpPr>
          <p:cNvPr id="424" name="Google Shape;424;p295"/>
          <p:cNvSpPr/>
          <p:nvPr/>
        </p:nvSpPr>
        <p:spPr>
          <a:xfrm>
            <a:off x="3761934" y="1980090"/>
            <a:ext cx="1793877" cy="1823989"/>
          </a:xfrm>
          <a:prstGeom prst="ellipse">
            <a:avLst/>
          </a:prstGeom>
          <a:noFill/>
          <a:ln w="381000" cap="rnd"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425" name="Google Shape;425;p295"/>
          <p:cNvSpPr>
            <a:spLocks noGrp="1"/>
          </p:cNvSpPr>
          <p:nvPr>
            <p:ph type="pic" idx="6"/>
          </p:nvPr>
        </p:nvSpPr>
        <p:spPr>
          <a:xfrm>
            <a:off x="3665537" y="1861557"/>
            <a:ext cx="2029915" cy="2063988"/>
          </a:xfrm>
          <a:prstGeom prst="rect">
            <a:avLst/>
          </a:prstGeom>
          <a:noFill/>
          <a:ln>
            <a:noFill/>
          </a:ln>
        </p:spPr>
      </p:sp>
      <p:sp>
        <p:nvSpPr>
          <p:cNvPr id="426" name="Google Shape;426;p295"/>
          <p:cNvSpPr txBox="1">
            <a:spLocks noGrp="1"/>
          </p:cNvSpPr>
          <p:nvPr>
            <p:ph type="body" idx="7"/>
          </p:nvPr>
        </p:nvSpPr>
        <p:spPr>
          <a:xfrm>
            <a:off x="3610341"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27" name="Google Shape;427;p295"/>
          <p:cNvSpPr txBox="1">
            <a:spLocks noGrp="1"/>
          </p:cNvSpPr>
          <p:nvPr>
            <p:ph type="body" idx="8"/>
          </p:nvPr>
        </p:nvSpPr>
        <p:spPr>
          <a:xfrm>
            <a:off x="3610341"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28" name="Google Shape;428;p295"/>
          <p:cNvSpPr txBox="1">
            <a:spLocks noGrp="1"/>
          </p:cNvSpPr>
          <p:nvPr>
            <p:ph type="body" idx="9"/>
          </p:nvPr>
        </p:nvSpPr>
        <p:spPr>
          <a:xfrm>
            <a:off x="3610343"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29" name="Google Shape;429;p295"/>
          <p:cNvSpPr txBox="1">
            <a:spLocks noGrp="1"/>
          </p:cNvSpPr>
          <p:nvPr>
            <p:ph type="body" idx="13"/>
          </p:nvPr>
        </p:nvSpPr>
        <p:spPr>
          <a:xfrm>
            <a:off x="4362420"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rgbClr val="50771B"/>
              </a:buClr>
              <a:buSzPts val="3333"/>
              <a:buFont typeface="Arial"/>
              <a:buNone/>
              <a:defRPr sz="3333" b="1" i="0" u="none" strike="noStrike" cap="none">
                <a:solidFill>
                  <a:srgbClr val="50771B"/>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cxnSp>
        <p:nvCxnSpPr>
          <p:cNvPr id="430" name="Google Shape;430;p295"/>
          <p:cNvCxnSpPr/>
          <p:nvPr/>
        </p:nvCxnSpPr>
        <p:spPr>
          <a:xfrm>
            <a:off x="6099319" y="1851379"/>
            <a:ext cx="0" cy="4607999"/>
          </a:xfrm>
          <a:prstGeom prst="straightConnector1">
            <a:avLst/>
          </a:prstGeom>
          <a:noFill/>
          <a:ln w="9525" cap="flat" cmpd="sng">
            <a:solidFill>
              <a:srgbClr val="D8D8D8"/>
            </a:solidFill>
            <a:prstDash val="dash"/>
            <a:miter lim="800000"/>
            <a:headEnd type="none" w="sm" len="sm"/>
            <a:tailEnd type="none" w="sm" len="sm"/>
          </a:ln>
        </p:spPr>
      </p:cxnSp>
      <p:sp>
        <p:nvSpPr>
          <p:cNvPr id="431" name="Google Shape;431;p295"/>
          <p:cNvSpPr/>
          <p:nvPr/>
        </p:nvSpPr>
        <p:spPr>
          <a:xfrm>
            <a:off x="6525956" y="1980090"/>
            <a:ext cx="1793877" cy="1823989"/>
          </a:xfrm>
          <a:prstGeom prst="ellipse">
            <a:avLst/>
          </a:prstGeom>
          <a:noFill/>
          <a:ln w="381000" cap="rnd"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432" name="Google Shape;432;p295"/>
          <p:cNvSpPr>
            <a:spLocks noGrp="1"/>
          </p:cNvSpPr>
          <p:nvPr>
            <p:ph type="pic" idx="14"/>
          </p:nvPr>
        </p:nvSpPr>
        <p:spPr>
          <a:xfrm>
            <a:off x="6429560" y="1861557"/>
            <a:ext cx="2029915" cy="2063988"/>
          </a:xfrm>
          <a:prstGeom prst="rect">
            <a:avLst/>
          </a:prstGeom>
          <a:noFill/>
          <a:ln>
            <a:noFill/>
          </a:ln>
        </p:spPr>
      </p:sp>
      <p:sp>
        <p:nvSpPr>
          <p:cNvPr id="433" name="Google Shape;433;p295"/>
          <p:cNvSpPr txBox="1">
            <a:spLocks noGrp="1"/>
          </p:cNvSpPr>
          <p:nvPr>
            <p:ph type="body" idx="15"/>
          </p:nvPr>
        </p:nvSpPr>
        <p:spPr>
          <a:xfrm>
            <a:off x="6374364"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34" name="Google Shape;434;p295"/>
          <p:cNvSpPr txBox="1">
            <a:spLocks noGrp="1"/>
          </p:cNvSpPr>
          <p:nvPr>
            <p:ph type="body" idx="16"/>
          </p:nvPr>
        </p:nvSpPr>
        <p:spPr>
          <a:xfrm>
            <a:off x="6374364"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35" name="Google Shape;435;p295"/>
          <p:cNvSpPr txBox="1">
            <a:spLocks noGrp="1"/>
          </p:cNvSpPr>
          <p:nvPr>
            <p:ph type="body" idx="17"/>
          </p:nvPr>
        </p:nvSpPr>
        <p:spPr>
          <a:xfrm>
            <a:off x="6374365"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36" name="Google Shape;436;p295"/>
          <p:cNvSpPr txBox="1">
            <a:spLocks noGrp="1"/>
          </p:cNvSpPr>
          <p:nvPr>
            <p:ph type="body" idx="18"/>
          </p:nvPr>
        </p:nvSpPr>
        <p:spPr>
          <a:xfrm>
            <a:off x="7126443"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accent5"/>
              </a:buClr>
              <a:buSzPts val="3333"/>
              <a:buFont typeface="Arial"/>
              <a:buNone/>
              <a:defRPr sz="3333" b="1" i="0" u="none" strike="noStrike" cap="none">
                <a:solidFill>
                  <a:schemeClr val="accent5"/>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cxnSp>
        <p:nvCxnSpPr>
          <p:cNvPr id="437" name="Google Shape;437;p295"/>
          <p:cNvCxnSpPr/>
          <p:nvPr/>
        </p:nvCxnSpPr>
        <p:spPr>
          <a:xfrm>
            <a:off x="8811788" y="1851379"/>
            <a:ext cx="0" cy="4607999"/>
          </a:xfrm>
          <a:prstGeom prst="straightConnector1">
            <a:avLst/>
          </a:prstGeom>
          <a:noFill/>
          <a:ln w="9525" cap="flat" cmpd="sng">
            <a:solidFill>
              <a:srgbClr val="D8D8D8"/>
            </a:solidFill>
            <a:prstDash val="dash"/>
            <a:miter lim="800000"/>
            <a:headEnd type="none" w="sm" len="sm"/>
            <a:tailEnd type="none" w="sm" len="sm"/>
          </a:ln>
        </p:spPr>
      </p:cxnSp>
      <p:sp>
        <p:nvSpPr>
          <p:cNvPr id="438" name="Google Shape;438;p295"/>
          <p:cNvSpPr/>
          <p:nvPr/>
        </p:nvSpPr>
        <p:spPr>
          <a:xfrm>
            <a:off x="9315796" y="1980090"/>
            <a:ext cx="1793877" cy="1823989"/>
          </a:xfrm>
          <a:prstGeom prst="ellipse">
            <a:avLst/>
          </a:prstGeom>
          <a:noFill/>
          <a:ln w="381000" cap="rnd"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267"/>
              <a:buFont typeface="Arial"/>
              <a:buNone/>
            </a:pPr>
            <a:endParaRPr sz="4267" b="0" i="0" u="none" strike="noStrike" cap="none">
              <a:solidFill>
                <a:srgbClr val="000000"/>
              </a:solidFill>
              <a:latin typeface="Calibri"/>
              <a:ea typeface="Calibri"/>
              <a:cs typeface="Calibri"/>
              <a:sym typeface="Calibri"/>
            </a:endParaRPr>
          </a:p>
        </p:txBody>
      </p:sp>
      <p:sp>
        <p:nvSpPr>
          <p:cNvPr id="439" name="Google Shape;439;p295"/>
          <p:cNvSpPr>
            <a:spLocks noGrp="1"/>
          </p:cNvSpPr>
          <p:nvPr>
            <p:ph type="pic" idx="19"/>
          </p:nvPr>
        </p:nvSpPr>
        <p:spPr>
          <a:xfrm>
            <a:off x="9219400" y="1861557"/>
            <a:ext cx="2029915" cy="2063988"/>
          </a:xfrm>
          <a:prstGeom prst="rect">
            <a:avLst/>
          </a:prstGeom>
          <a:noFill/>
          <a:ln>
            <a:noFill/>
          </a:ln>
        </p:spPr>
      </p:sp>
      <p:sp>
        <p:nvSpPr>
          <p:cNvPr id="440" name="Google Shape;440;p295"/>
          <p:cNvSpPr txBox="1">
            <a:spLocks noGrp="1"/>
          </p:cNvSpPr>
          <p:nvPr>
            <p:ph type="body" idx="20"/>
          </p:nvPr>
        </p:nvSpPr>
        <p:spPr>
          <a:xfrm>
            <a:off x="9199956"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41" name="Google Shape;441;p295"/>
          <p:cNvSpPr txBox="1">
            <a:spLocks noGrp="1"/>
          </p:cNvSpPr>
          <p:nvPr>
            <p:ph type="body" idx="21"/>
          </p:nvPr>
        </p:nvSpPr>
        <p:spPr>
          <a:xfrm>
            <a:off x="9199956"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42" name="Google Shape;442;p295"/>
          <p:cNvSpPr txBox="1">
            <a:spLocks noGrp="1"/>
          </p:cNvSpPr>
          <p:nvPr>
            <p:ph type="body" idx="22"/>
          </p:nvPr>
        </p:nvSpPr>
        <p:spPr>
          <a:xfrm>
            <a:off x="9199957"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43" name="Google Shape;443;p295"/>
          <p:cNvSpPr txBox="1">
            <a:spLocks noGrp="1"/>
          </p:cNvSpPr>
          <p:nvPr>
            <p:ph type="body" idx="23"/>
          </p:nvPr>
        </p:nvSpPr>
        <p:spPr>
          <a:xfrm>
            <a:off x="9952035"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rgbClr val="BFBFBF"/>
              </a:buClr>
              <a:buSzPts val="3333"/>
              <a:buFont typeface="Arial"/>
              <a:buNone/>
              <a:defRPr sz="3333" b="1" i="0" u="none" strike="noStrike" cap="none">
                <a:solidFill>
                  <a:srgbClr val="BFBFBF"/>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44" name="Google Shape;444;p295"/>
          <p:cNvSpPr txBox="1">
            <a:spLocks noGrp="1"/>
          </p:cNvSpPr>
          <p:nvPr>
            <p:ph type="body" idx="24"/>
          </p:nvPr>
        </p:nvSpPr>
        <p:spPr>
          <a:xfrm>
            <a:off x="3329431" y="248361"/>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45" name="Google Shape;445;p295"/>
          <p:cNvSpPr txBox="1">
            <a:spLocks noGrp="1"/>
          </p:cNvSpPr>
          <p:nvPr>
            <p:ph type="body" idx="25"/>
          </p:nvPr>
        </p:nvSpPr>
        <p:spPr>
          <a:xfrm>
            <a:off x="3329431" y="107694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jp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2.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slideLayout" Target="../slideLayouts/slideLayout34.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34" Type="http://schemas.openxmlformats.org/officeDocument/2006/relationships/theme" Target="../theme/theme3.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33" Type="http://schemas.openxmlformats.org/officeDocument/2006/relationships/slideLayout" Target="../slideLayouts/slideLayout41.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29" Type="http://schemas.openxmlformats.org/officeDocument/2006/relationships/slideLayout" Target="../slideLayouts/slideLayout37.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32" Type="http://schemas.openxmlformats.org/officeDocument/2006/relationships/slideLayout" Target="../slideLayouts/slideLayout40.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slideLayout" Target="../slideLayouts/slideLayout36.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31" Type="http://schemas.openxmlformats.org/officeDocument/2006/relationships/slideLayout" Target="../slideLayouts/slideLayout39.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slideLayout" Target="../slideLayouts/slideLayout35.xml"/><Relationship Id="rId30" Type="http://schemas.openxmlformats.org/officeDocument/2006/relationships/slideLayout" Target="../slideLayouts/slideLayout38.xml"/><Relationship Id="rId35" Type="http://schemas.openxmlformats.org/officeDocument/2006/relationships/image" Target="../media/image1.jpg"/><Relationship Id="rId8"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image" Target="../media/image1.jpg"/><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theme" Target="../theme/theme4.xml"/><Relationship Id="rId8"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6"/>
          <p:cNvSpPr/>
          <p:nvPr/>
        </p:nvSpPr>
        <p:spPr>
          <a:xfrm>
            <a:off x="8782521" y="6450660"/>
            <a:ext cx="338881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7F7F7F"/>
                </a:solidFill>
                <a:latin typeface="Lato"/>
                <a:ea typeface="Lato"/>
                <a:cs typeface="Lato"/>
                <a:sym typeface="Lato"/>
              </a:rPr>
              <a:t>Copyright Intellipaat. All rights reserved. </a:t>
            </a:r>
            <a:endParaRPr sz="1467" b="0" i="0" u="none" strike="noStrike" cap="none">
              <a:solidFill>
                <a:srgbClr val="000000"/>
              </a:solidFill>
              <a:latin typeface="Calibri"/>
              <a:ea typeface="Calibri"/>
              <a:cs typeface="Calibri"/>
              <a:sym typeface="Calibri"/>
            </a:endParaRPr>
          </a:p>
        </p:txBody>
      </p:sp>
      <p:pic>
        <p:nvPicPr>
          <p:cNvPr id="11" name="Google Shape;11;p216"/>
          <p:cNvPicPr preferRelativeResize="0"/>
          <p:nvPr/>
        </p:nvPicPr>
        <p:blipFill rotWithShape="1">
          <a:blip r:embed="rId5">
            <a:alphaModFix/>
          </a:blip>
          <a:srcRect/>
          <a:stretch/>
        </p:blipFill>
        <p:spPr>
          <a:xfrm>
            <a:off x="9727381" y="117421"/>
            <a:ext cx="2272908" cy="79231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3" pos="5465">
          <p15:clr>
            <a:srgbClr val="F26B43"/>
          </p15:clr>
        </p15:guide>
        <p15:guide id="4" pos="29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
        <p:cNvGrpSpPr/>
        <p:nvPr/>
      </p:nvGrpSpPr>
      <p:grpSpPr>
        <a:xfrm>
          <a:off x="0" y="0"/>
          <a:ext cx="0" cy="0"/>
          <a:chOff x="0" y="0"/>
          <a:chExt cx="0" cy="0"/>
        </a:xfrm>
      </p:grpSpPr>
      <p:pic>
        <p:nvPicPr>
          <p:cNvPr id="20" name="Google Shape;20;p218"/>
          <p:cNvPicPr preferRelativeResize="0"/>
          <p:nvPr/>
        </p:nvPicPr>
        <p:blipFill rotWithShape="1">
          <a:blip r:embed="rId7">
            <a:alphaModFix/>
          </a:blip>
          <a:srcRect/>
          <a:stretch/>
        </p:blipFill>
        <p:spPr>
          <a:xfrm>
            <a:off x="196644" y="156750"/>
            <a:ext cx="2220469" cy="774036"/>
          </a:xfrm>
          <a:prstGeom prst="rect">
            <a:avLst/>
          </a:prstGeom>
          <a:noFill/>
          <a:ln>
            <a:noFill/>
          </a:ln>
        </p:spPr>
      </p:pic>
      <p:sp>
        <p:nvSpPr>
          <p:cNvPr id="21" name="Google Shape;21;p218"/>
          <p:cNvSpPr/>
          <p:nvPr/>
        </p:nvSpPr>
        <p:spPr>
          <a:xfrm>
            <a:off x="8782521" y="6450660"/>
            <a:ext cx="338881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7F7F7F"/>
                </a:solidFill>
                <a:latin typeface="Lato"/>
                <a:ea typeface="Lato"/>
                <a:cs typeface="Lato"/>
                <a:sym typeface="Lato"/>
              </a:rPr>
              <a:t>Copyright Intellipaat. All rights reserved. </a:t>
            </a:r>
            <a:endParaRPr sz="1467" b="0" i="0" u="none" strike="noStrike" cap="none">
              <a:solidFill>
                <a:srgbClr val="000000"/>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3" pos="5465">
          <p15:clr>
            <a:srgbClr val="F26B43"/>
          </p15:clr>
        </p15:guide>
        <p15:guide id="4" pos="29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
        <p:cNvGrpSpPr/>
        <p:nvPr/>
      </p:nvGrpSpPr>
      <p:grpSpPr>
        <a:xfrm>
          <a:off x="0" y="0"/>
          <a:ext cx="0" cy="0"/>
          <a:chOff x="0" y="0"/>
          <a:chExt cx="0" cy="0"/>
        </a:xfrm>
      </p:grpSpPr>
      <p:pic>
        <p:nvPicPr>
          <p:cNvPr id="37" name="Google Shape;37;p221"/>
          <p:cNvPicPr preferRelativeResize="0"/>
          <p:nvPr/>
        </p:nvPicPr>
        <p:blipFill rotWithShape="1">
          <a:blip r:embed="rId35">
            <a:alphaModFix/>
          </a:blip>
          <a:srcRect/>
          <a:stretch/>
        </p:blipFill>
        <p:spPr>
          <a:xfrm>
            <a:off x="9979763" y="160554"/>
            <a:ext cx="1814099" cy="632379"/>
          </a:xfrm>
          <a:prstGeom prst="rect">
            <a:avLst/>
          </a:prstGeom>
          <a:noFill/>
          <a:ln>
            <a:noFill/>
          </a:ln>
        </p:spPr>
      </p:pic>
      <p:sp>
        <p:nvSpPr>
          <p:cNvPr id="38" name="Google Shape;38;p221"/>
          <p:cNvSpPr/>
          <p:nvPr/>
        </p:nvSpPr>
        <p:spPr>
          <a:xfrm>
            <a:off x="8782521" y="6450660"/>
            <a:ext cx="335995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7F7F7F"/>
                </a:solidFill>
                <a:latin typeface="Lato"/>
                <a:ea typeface="Lato"/>
                <a:cs typeface="Lato"/>
                <a:sym typeface="Lato"/>
              </a:rPr>
              <a:t>Copyright Intellipaat. All rights reserved. </a:t>
            </a:r>
            <a:endParaRPr sz="1467" b="0" i="0" u="none" strike="noStrike" cap="none">
              <a:solidFill>
                <a:srgbClr val="000000"/>
              </a:solidFill>
              <a:latin typeface="Calibri"/>
              <a:ea typeface="Calibri"/>
              <a:cs typeface="Calibri"/>
              <a:sym typeface="Calibri"/>
            </a:endParaRPr>
          </a:p>
        </p:txBody>
      </p:sp>
      <p:cxnSp>
        <p:nvCxnSpPr>
          <p:cNvPr id="39" name="Google Shape;39;p221"/>
          <p:cNvCxnSpPr/>
          <p:nvPr/>
        </p:nvCxnSpPr>
        <p:spPr>
          <a:xfrm rot="10800000">
            <a:off x="403103" y="983227"/>
            <a:ext cx="11390759" cy="0"/>
          </a:xfrm>
          <a:prstGeom prst="straightConnector1">
            <a:avLst/>
          </a:prstGeom>
          <a:noFill/>
          <a:ln w="28575" cap="flat" cmpd="sng">
            <a:solidFill>
              <a:schemeClr val="accent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3" pos="5465">
          <p15:clr>
            <a:srgbClr val="F26B43"/>
          </p15:clr>
        </p15:guide>
        <p15:guide id="4" pos="29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9"/>
        <p:cNvGrpSpPr/>
        <p:nvPr/>
      </p:nvGrpSpPr>
      <p:grpSpPr>
        <a:xfrm>
          <a:off x="0" y="0"/>
          <a:ext cx="0" cy="0"/>
          <a:chOff x="0" y="0"/>
          <a:chExt cx="0" cy="0"/>
        </a:xfrm>
      </p:grpSpPr>
      <p:pic>
        <p:nvPicPr>
          <p:cNvPr id="240" name="Google Shape;240;p261"/>
          <p:cNvPicPr preferRelativeResize="0"/>
          <p:nvPr/>
        </p:nvPicPr>
        <p:blipFill rotWithShape="1">
          <a:blip r:embed="rId36">
            <a:alphaModFix/>
          </a:blip>
          <a:srcRect/>
          <a:stretch/>
        </p:blipFill>
        <p:spPr>
          <a:xfrm>
            <a:off x="9979763" y="160554"/>
            <a:ext cx="1814099" cy="632379"/>
          </a:xfrm>
          <a:prstGeom prst="rect">
            <a:avLst/>
          </a:prstGeom>
          <a:noFill/>
          <a:ln>
            <a:noFill/>
          </a:ln>
        </p:spPr>
      </p:pic>
      <p:sp>
        <p:nvSpPr>
          <p:cNvPr id="241" name="Google Shape;241;p261"/>
          <p:cNvSpPr/>
          <p:nvPr/>
        </p:nvSpPr>
        <p:spPr>
          <a:xfrm>
            <a:off x="8782521" y="6450660"/>
            <a:ext cx="335995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7F7F7F"/>
                </a:solidFill>
                <a:latin typeface="Lato"/>
                <a:ea typeface="Lato"/>
                <a:cs typeface="Lato"/>
                <a:sym typeface="Lato"/>
              </a:rPr>
              <a:t>Copyright Intellipaat. All rights reserved. </a:t>
            </a:r>
            <a:endParaRPr sz="1467" b="0" i="0" u="none" strike="noStrike" cap="none">
              <a:solidFill>
                <a:srgbClr val="000000"/>
              </a:solidFill>
              <a:latin typeface="Calibri"/>
              <a:ea typeface="Calibri"/>
              <a:cs typeface="Calibri"/>
              <a:sym typeface="Calibri"/>
            </a:endParaRPr>
          </a:p>
        </p:txBody>
      </p:sp>
      <p:cxnSp>
        <p:nvCxnSpPr>
          <p:cNvPr id="242" name="Google Shape;242;p261"/>
          <p:cNvCxnSpPr/>
          <p:nvPr/>
        </p:nvCxnSpPr>
        <p:spPr>
          <a:xfrm rot="10800000">
            <a:off x="403103" y="983227"/>
            <a:ext cx="11390759" cy="0"/>
          </a:xfrm>
          <a:prstGeom prst="straightConnector1">
            <a:avLst/>
          </a:prstGeom>
          <a:noFill/>
          <a:ln w="28575" cap="flat" cmpd="sng">
            <a:solidFill>
              <a:schemeClr val="accent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3" pos="5465">
          <p15:clr>
            <a:srgbClr val="F26B43"/>
          </p15:clr>
        </p15:guide>
        <p15:guide id="4" pos="29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0.xml"/><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3.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5.xml"/><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6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pic>
        <p:nvPicPr>
          <p:cNvPr id="451" name="Google Shape;451;p1"/>
          <p:cNvPicPr preferRelativeResize="0"/>
          <p:nvPr/>
        </p:nvPicPr>
        <p:blipFill rotWithShape="1">
          <a:blip r:embed="rId3">
            <a:alphaModFix/>
          </a:blip>
          <a:srcRect/>
          <a:stretch/>
        </p:blipFill>
        <p:spPr>
          <a:xfrm>
            <a:off x="1" y="3212"/>
            <a:ext cx="12192000" cy="6858000"/>
          </a:xfrm>
          <a:prstGeom prst="rect">
            <a:avLst/>
          </a:prstGeom>
          <a:noFill/>
          <a:ln>
            <a:noFill/>
          </a:ln>
        </p:spPr>
      </p:pic>
      <p:pic>
        <p:nvPicPr>
          <p:cNvPr id="452" name="Google Shape;452;p1"/>
          <p:cNvPicPr preferRelativeResize="0"/>
          <p:nvPr/>
        </p:nvPicPr>
        <p:blipFill rotWithShape="1">
          <a:blip r:embed="rId4">
            <a:alphaModFix/>
          </a:blip>
          <a:srcRect/>
          <a:stretch/>
        </p:blipFill>
        <p:spPr>
          <a:xfrm>
            <a:off x="464956" y="682529"/>
            <a:ext cx="3134817" cy="1092771"/>
          </a:xfrm>
          <a:prstGeom prst="rect">
            <a:avLst/>
          </a:prstGeom>
          <a:noFill/>
          <a:ln>
            <a:noFill/>
          </a:ln>
        </p:spPr>
      </p:pic>
      <p:sp>
        <p:nvSpPr>
          <p:cNvPr id="453" name="Google Shape;453;p1"/>
          <p:cNvSpPr/>
          <p:nvPr/>
        </p:nvSpPr>
        <p:spPr>
          <a:xfrm>
            <a:off x="9206669" y="0"/>
            <a:ext cx="2985331" cy="129124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4" name="Google Shape;454;p1"/>
          <p:cNvSpPr txBox="1">
            <a:spLocks noGrp="1"/>
          </p:cNvSpPr>
          <p:nvPr>
            <p:ph type="body" idx="1"/>
          </p:nvPr>
        </p:nvSpPr>
        <p:spPr>
          <a:xfrm>
            <a:off x="242184" y="2647217"/>
            <a:ext cx="5695556" cy="2100629"/>
          </a:xfrm>
          <a:prstGeom prst="rect">
            <a:avLst/>
          </a:prstGeom>
          <a:noFill/>
          <a:ln>
            <a:noFill/>
          </a:ln>
        </p:spPr>
        <p:txBody>
          <a:bodyPr spcFirstLastPara="1" wrap="square" lIns="0" tIns="45700" rIns="91425" bIns="45700" anchor="ctr" anchorCtr="0">
            <a:noAutofit/>
          </a:bodyPr>
          <a:lstStyle/>
          <a:p>
            <a:pPr marL="0" lvl="0" indent="0" algn="ctr" rtl="0">
              <a:lnSpc>
                <a:spcPct val="90000"/>
              </a:lnSpc>
              <a:spcBef>
                <a:spcPts val="0"/>
              </a:spcBef>
              <a:spcAft>
                <a:spcPts val="0"/>
              </a:spcAft>
              <a:buClr>
                <a:srgbClr val="7F7F7F"/>
              </a:buClr>
              <a:buSzPts val="5300"/>
              <a:buNone/>
            </a:pPr>
            <a:r>
              <a:rPr lang="en-US"/>
              <a:t>Linear Algebra For Machine Learning</a:t>
            </a:r>
            <a:endParaRPr/>
          </a:p>
        </p:txBody>
      </p:sp>
      <p:pic>
        <p:nvPicPr>
          <p:cNvPr id="455" name="Google Shape;455;p1"/>
          <p:cNvPicPr preferRelativeResize="0"/>
          <p:nvPr/>
        </p:nvPicPr>
        <p:blipFill rotWithShape="1">
          <a:blip r:embed="rId5">
            <a:alphaModFix/>
          </a:blip>
          <a:srcRect/>
          <a:stretch/>
        </p:blipFill>
        <p:spPr>
          <a:xfrm>
            <a:off x="6316433" y="1153204"/>
            <a:ext cx="4551592" cy="4551592"/>
          </a:xfrm>
          <a:prstGeom prst="rect">
            <a:avLst/>
          </a:prstGeom>
          <a:noFill/>
          <a:ln>
            <a:noFill/>
          </a:ln>
          <a:effectLst>
            <a:outerShdw blurRad="76200" sy="23000" kx="-1200000" algn="bl" rotWithShape="0">
              <a:srgbClr val="000000">
                <a:alpha val="2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2"/>
          <p:cNvSpPr txBox="1">
            <a:spLocks noGrp="1"/>
          </p:cNvSpPr>
          <p:nvPr>
            <p:ph type="body" idx="1"/>
          </p:nvPr>
        </p:nvSpPr>
        <p:spPr>
          <a:xfrm>
            <a:off x="3329431" y="429895"/>
            <a:ext cx="5551276" cy="769275"/>
          </a:xfrm>
          <a:prstGeom prst="rect">
            <a:avLst/>
          </a:prstGeom>
          <a:noFill/>
          <a:ln>
            <a:noFill/>
          </a:ln>
        </p:spPr>
        <p:txBody>
          <a:bodyPr spcFirstLastPara="1" wrap="square" lIns="0" tIns="45700" rIns="91425" bIns="45700" anchor="t" anchorCtr="0">
            <a:noAutofit/>
          </a:bodyPr>
          <a:lstStyle/>
          <a:p>
            <a:pPr marL="0" lvl="0" indent="0" algn="ctr" rtl="0">
              <a:lnSpc>
                <a:spcPct val="90000"/>
              </a:lnSpc>
              <a:spcBef>
                <a:spcPts val="0"/>
              </a:spcBef>
              <a:spcAft>
                <a:spcPts val="0"/>
              </a:spcAft>
              <a:buClr>
                <a:srgbClr val="7F7F7F"/>
              </a:buClr>
              <a:buSzPts val="5300"/>
              <a:buNone/>
            </a:pPr>
            <a:r>
              <a:rPr lang="en-US"/>
              <a:t>Agenda</a:t>
            </a:r>
            <a:endParaRPr/>
          </a:p>
        </p:txBody>
      </p:sp>
      <p:grpSp>
        <p:nvGrpSpPr>
          <p:cNvPr id="461" name="Google Shape;461;p2"/>
          <p:cNvGrpSpPr/>
          <p:nvPr/>
        </p:nvGrpSpPr>
        <p:grpSpPr>
          <a:xfrm>
            <a:off x="1079970" y="2927692"/>
            <a:ext cx="4016236" cy="612000"/>
            <a:chOff x="1705166" y="1581736"/>
            <a:chExt cx="4016236" cy="612000"/>
          </a:xfrm>
        </p:grpSpPr>
        <p:sp>
          <p:nvSpPr>
            <p:cNvPr id="462" name="Google Shape;462;p2"/>
            <p:cNvSpPr/>
            <p:nvPr/>
          </p:nvSpPr>
          <p:spPr>
            <a:xfrm>
              <a:off x="1705166" y="1581736"/>
              <a:ext cx="715620" cy="612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FFFFFF"/>
                  </a:solidFill>
                  <a:latin typeface="Raleway"/>
                  <a:ea typeface="Raleway"/>
                  <a:cs typeface="Raleway"/>
                  <a:sym typeface="Raleway"/>
                </a:rPr>
                <a:t>02</a:t>
              </a:r>
              <a:endParaRPr sz="1400" b="0" i="0" u="none" strike="noStrike" cap="none">
                <a:solidFill>
                  <a:srgbClr val="000000"/>
                </a:solidFill>
                <a:latin typeface="Arial"/>
                <a:ea typeface="Arial"/>
                <a:cs typeface="Arial"/>
                <a:sym typeface="Arial"/>
              </a:endParaRPr>
            </a:p>
          </p:txBody>
        </p:sp>
        <p:sp>
          <p:nvSpPr>
            <p:cNvPr id="463" name="Google Shape;463;p2"/>
            <p:cNvSpPr txBox="1"/>
            <p:nvPr/>
          </p:nvSpPr>
          <p:spPr>
            <a:xfrm>
              <a:off x="2445637" y="1681652"/>
              <a:ext cx="327576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7F7F7F"/>
                  </a:solidFill>
                  <a:latin typeface="Raleway"/>
                  <a:ea typeface="Raleway"/>
                  <a:cs typeface="Raleway"/>
                  <a:sym typeface="Raleway"/>
                </a:rPr>
                <a:t>Matrix Operations</a:t>
              </a:r>
              <a:endParaRPr sz="1400" b="0" i="0" u="none" strike="noStrike" cap="none">
                <a:solidFill>
                  <a:srgbClr val="000000"/>
                </a:solidFill>
                <a:latin typeface="Arial"/>
                <a:ea typeface="Arial"/>
                <a:cs typeface="Arial"/>
                <a:sym typeface="Arial"/>
              </a:endParaRPr>
            </a:p>
          </p:txBody>
        </p:sp>
      </p:grpSp>
      <p:grpSp>
        <p:nvGrpSpPr>
          <p:cNvPr id="464" name="Google Shape;464;p2"/>
          <p:cNvGrpSpPr/>
          <p:nvPr/>
        </p:nvGrpSpPr>
        <p:grpSpPr>
          <a:xfrm>
            <a:off x="1079970" y="3754166"/>
            <a:ext cx="3743134" cy="612000"/>
            <a:chOff x="1705166" y="2436571"/>
            <a:chExt cx="3743134" cy="612000"/>
          </a:xfrm>
        </p:grpSpPr>
        <p:sp>
          <p:nvSpPr>
            <p:cNvPr id="465" name="Google Shape;465;p2"/>
            <p:cNvSpPr/>
            <p:nvPr/>
          </p:nvSpPr>
          <p:spPr>
            <a:xfrm>
              <a:off x="1705166" y="2436571"/>
              <a:ext cx="715620" cy="612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FFFFFF"/>
                  </a:solidFill>
                  <a:latin typeface="Raleway"/>
                  <a:ea typeface="Raleway"/>
                  <a:cs typeface="Raleway"/>
                  <a:sym typeface="Raleway"/>
                </a:rPr>
                <a:t>03</a:t>
              </a:r>
              <a:endParaRPr sz="1400" b="0" i="0" u="none" strike="noStrike" cap="none">
                <a:solidFill>
                  <a:srgbClr val="000000"/>
                </a:solidFill>
                <a:latin typeface="Arial"/>
                <a:ea typeface="Arial"/>
                <a:cs typeface="Arial"/>
                <a:sym typeface="Arial"/>
              </a:endParaRPr>
            </a:p>
          </p:txBody>
        </p:sp>
        <p:sp>
          <p:nvSpPr>
            <p:cNvPr id="466" name="Google Shape;466;p2"/>
            <p:cNvSpPr txBox="1"/>
            <p:nvPr/>
          </p:nvSpPr>
          <p:spPr>
            <a:xfrm>
              <a:off x="2420786" y="2542516"/>
              <a:ext cx="302751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7F7F7F"/>
                  </a:solidFill>
                  <a:latin typeface="Raleway"/>
                  <a:ea typeface="Raleway"/>
                  <a:cs typeface="Raleway"/>
                  <a:sym typeface="Raleway"/>
                </a:rPr>
                <a:t>Eigen Values </a:t>
              </a:r>
              <a:endParaRPr sz="1400" b="0" i="0" u="none" strike="noStrike" cap="none">
                <a:solidFill>
                  <a:srgbClr val="000000"/>
                </a:solidFill>
                <a:latin typeface="Arial"/>
                <a:ea typeface="Arial"/>
                <a:cs typeface="Arial"/>
                <a:sym typeface="Arial"/>
              </a:endParaRPr>
            </a:p>
          </p:txBody>
        </p:sp>
      </p:grpSp>
      <p:grpSp>
        <p:nvGrpSpPr>
          <p:cNvPr id="467" name="Google Shape;467;p2"/>
          <p:cNvGrpSpPr/>
          <p:nvPr/>
        </p:nvGrpSpPr>
        <p:grpSpPr>
          <a:xfrm>
            <a:off x="1079970" y="2098477"/>
            <a:ext cx="4137369" cy="612000"/>
            <a:chOff x="1705166" y="1581736"/>
            <a:chExt cx="4137369" cy="612000"/>
          </a:xfrm>
        </p:grpSpPr>
        <p:sp>
          <p:nvSpPr>
            <p:cNvPr id="468" name="Google Shape;468;p2"/>
            <p:cNvSpPr/>
            <p:nvPr/>
          </p:nvSpPr>
          <p:spPr>
            <a:xfrm>
              <a:off x="1705166" y="1581736"/>
              <a:ext cx="715620" cy="612000"/>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FFFFFF"/>
                  </a:solidFill>
                  <a:latin typeface="Raleway"/>
                  <a:ea typeface="Raleway"/>
                  <a:cs typeface="Raleway"/>
                  <a:sym typeface="Raleway"/>
                </a:rPr>
                <a:t>01</a:t>
              </a:r>
              <a:endParaRPr sz="1400" b="0" i="0" u="none" strike="noStrike" cap="none">
                <a:solidFill>
                  <a:srgbClr val="000000"/>
                </a:solidFill>
                <a:latin typeface="Arial"/>
                <a:ea typeface="Arial"/>
                <a:cs typeface="Arial"/>
                <a:sym typeface="Arial"/>
              </a:endParaRPr>
            </a:p>
          </p:txBody>
        </p:sp>
        <p:sp>
          <p:nvSpPr>
            <p:cNvPr id="469" name="Google Shape;469;p2"/>
            <p:cNvSpPr txBox="1"/>
            <p:nvPr/>
          </p:nvSpPr>
          <p:spPr>
            <a:xfrm>
              <a:off x="2445637" y="1708807"/>
              <a:ext cx="3396898"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7F7F7F"/>
                  </a:solidFill>
                  <a:latin typeface="Raleway"/>
                  <a:ea typeface="Raleway"/>
                  <a:cs typeface="Raleway"/>
                  <a:sym typeface="Raleway"/>
                </a:rPr>
                <a:t>What is a Matrix?</a:t>
              </a:r>
              <a:endParaRPr sz="1400" b="0" i="0" u="none" strike="noStrike" cap="none">
                <a:solidFill>
                  <a:srgbClr val="000000"/>
                </a:solidFill>
                <a:latin typeface="Arial"/>
                <a:ea typeface="Arial"/>
                <a:cs typeface="Arial"/>
                <a:sym typeface="Arial"/>
              </a:endParaRPr>
            </a:p>
          </p:txBody>
        </p:sp>
      </p:grpSp>
      <p:grpSp>
        <p:nvGrpSpPr>
          <p:cNvPr id="470" name="Google Shape;470;p2"/>
          <p:cNvGrpSpPr/>
          <p:nvPr/>
        </p:nvGrpSpPr>
        <p:grpSpPr>
          <a:xfrm>
            <a:off x="1079970" y="4536901"/>
            <a:ext cx="3386858" cy="612000"/>
            <a:chOff x="1112626" y="4536901"/>
            <a:chExt cx="3386858" cy="612000"/>
          </a:xfrm>
        </p:grpSpPr>
        <p:sp>
          <p:nvSpPr>
            <p:cNvPr id="471" name="Google Shape;471;p2"/>
            <p:cNvSpPr/>
            <p:nvPr/>
          </p:nvSpPr>
          <p:spPr>
            <a:xfrm>
              <a:off x="1112626" y="4536901"/>
              <a:ext cx="715620" cy="612000"/>
            </a:xfrm>
            <a:prstGeom prst="rect">
              <a:avLst/>
            </a:prstGeom>
            <a:solidFill>
              <a:srgbClr val="87785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FFFFFF"/>
                  </a:solidFill>
                  <a:latin typeface="Raleway"/>
                  <a:ea typeface="Raleway"/>
                  <a:cs typeface="Raleway"/>
                  <a:sym typeface="Raleway"/>
                </a:rPr>
                <a:t>04</a:t>
              </a:r>
              <a:endParaRPr sz="2400" b="1" i="0" u="none" strike="noStrike" cap="none">
                <a:solidFill>
                  <a:srgbClr val="FFFFFF"/>
                </a:solidFill>
                <a:latin typeface="Raleway"/>
                <a:ea typeface="Raleway"/>
                <a:cs typeface="Raleway"/>
                <a:sym typeface="Raleway"/>
              </a:endParaRPr>
            </a:p>
          </p:txBody>
        </p:sp>
        <p:sp>
          <p:nvSpPr>
            <p:cNvPr id="472" name="Google Shape;472;p2"/>
            <p:cNvSpPr txBox="1"/>
            <p:nvPr/>
          </p:nvSpPr>
          <p:spPr>
            <a:xfrm>
              <a:off x="1820441" y="4633566"/>
              <a:ext cx="267904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7F7F7F"/>
                  </a:solidFill>
                  <a:latin typeface="Raleway"/>
                  <a:ea typeface="Raleway"/>
                  <a:cs typeface="Raleway"/>
                  <a:sym typeface="Raleway"/>
                </a:rPr>
                <a:t>Eigen Vectors </a:t>
              </a:r>
              <a:endParaRPr sz="1400" b="0" i="0" u="none" strike="noStrike" cap="none">
                <a:solidFill>
                  <a:srgbClr val="000000"/>
                </a:solidFill>
                <a:latin typeface="Arial"/>
                <a:ea typeface="Arial"/>
                <a:cs typeface="Arial"/>
                <a:sym typeface="Arial"/>
              </a:endParaRPr>
            </a:p>
          </p:txBody>
        </p:sp>
      </p:grpSp>
      <p:grpSp>
        <p:nvGrpSpPr>
          <p:cNvPr id="473" name="Google Shape;473;p2"/>
          <p:cNvGrpSpPr/>
          <p:nvPr/>
        </p:nvGrpSpPr>
        <p:grpSpPr>
          <a:xfrm>
            <a:off x="8138156" y="2556301"/>
            <a:ext cx="2611315" cy="2593731"/>
            <a:chOff x="4423877" y="3182812"/>
            <a:chExt cx="2611315" cy="2593731"/>
          </a:xfrm>
        </p:grpSpPr>
        <p:sp>
          <p:nvSpPr>
            <p:cNvPr id="474" name="Google Shape;474;p2"/>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475" name="Google Shape;475;p2"/>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476" name="Google Shape;476;p2"/>
          <p:cNvSpPr txBox="1"/>
          <p:nvPr/>
        </p:nvSpPr>
        <p:spPr>
          <a:xfrm>
            <a:off x="8349171" y="281128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477" name="Google Shape;477;p2"/>
          <p:cNvGraphicFramePr/>
          <p:nvPr/>
        </p:nvGraphicFramePr>
        <p:xfrm>
          <a:off x="8475938" y="281128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478" name="Google Shape;478;p2"/>
          <p:cNvSpPr/>
          <p:nvPr/>
        </p:nvSpPr>
        <p:spPr>
          <a:xfrm>
            <a:off x="8349171" y="2178235"/>
            <a:ext cx="2733865" cy="272562"/>
          </a:xfrm>
          <a:prstGeom prst="rightArrow">
            <a:avLst>
              <a:gd name="adj1" fmla="val 50000"/>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79" name="Google Shape;479;p2"/>
          <p:cNvSpPr/>
          <p:nvPr/>
        </p:nvSpPr>
        <p:spPr>
          <a:xfrm>
            <a:off x="7663913" y="2450797"/>
            <a:ext cx="316523" cy="2593730"/>
          </a:xfrm>
          <a:prstGeom prst="downArrow">
            <a:avLst>
              <a:gd name="adj1" fmla="val 50000"/>
              <a:gd name="adj2" fmla="val 50000"/>
            </a:avLst>
          </a:prstGeom>
          <a:solidFill>
            <a:srgbClr val="4DA3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80" name="Google Shape;480;p2"/>
          <p:cNvSpPr txBox="1"/>
          <p:nvPr/>
        </p:nvSpPr>
        <p:spPr>
          <a:xfrm rot="5400000">
            <a:off x="6119771" y="3538814"/>
            <a:ext cx="2688174"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Number of Rows</a:t>
            </a:r>
            <a:endParaRPr sz="2000" b="1"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484"/>
        <p:cNvGrpSpPr/>
        <p:nvPr/>
      </p:nvGrpSpPr>
      <p:grpSpPr>
        <a:xfrm>
          <a:off x="0" y="0"/>
          <a:ext cx="0" cy="0"/>
          <a:chOff x="0" y="0"/>
          <a:chExt cx="0" cy="0"/>
        </a:xfrm>
      </p:grpSpPr>
      <p:sp>
        <p:nvSpPr>
          <p:cNvPr id="485" name="Google Shape;485;p3"/>
          <p:cNvSpPr txBox="1">
            <a:spLocks noGrp="1"/>
          </p:cNvSpPr>
          <p:nvPr>
            <p:ph type="body" idx="1"/>
          </p:nvPr>
        </p:nvSpPr>
        <p:spPr>
          <a:xfrm>
            <a:off x="1863627" y="2559666"/>
            <a:ext cx="8312980" cy="769275"/>
          </a:xfrm>
          <a:prstGeom prst="rect">
            <a:avLst/>
          </a:prstGeom>
          <a:noFill/>
          <a:ln>
            <a:noFill/>
          </a:ln>
        </p:spPr>
        <p:txBody>
          <a:bodyPr spcFirstLastPara="1" wrap="square" lIns="0" tIns="45700" rIns="91425" bIns="45700" anchor="ctr" anchorCtr="0">
            <a:noAutofit/>
          </a:bodyPr>
          <a:lstStyle/>
          <a:p>
            <a:pPr marL="0" lvl="0" indent="0" algn="ctr" rtl="0">
              <a:lnSpc>
                <a:spcPct val="90000"/>
              </a:lnSpc>
              <a:spcBef>
                <a:spcPts val="0"/>
              </a:spcBef>
              <a:spcAft>
                <a:spcPts val="0"/>
              </a:spcAft>
              <a:buClr>
                <a:srgbClr val="7F7F7F"/>
              </a:buClr>
              <a:buSzPts val="5300"/>
              <a:buNone/>
            </a:pPr>
            <a:r>
              <a:rPr lang="en-US"/>
              <a:t>What is a Matrix?</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What is a Matrix?</a:t>
            </a:r>
            <a:endParaRPr sz="1400" b="0" i="0" u="none" strike="noStrike" cap="none">
              <a:solidFill>
                <a:srgbClr val="000000"/>
              </a:solidFill>
              <a:latin typeface="Arial"/>
              <a:ea typeface="Arial"/>
              <a:cs typeface="Arial"/>
              <a:sym typeface="Arial"/>
            </a:endParaRPr>
          </a:p>
        </p:txBody>
      </p:sp>
      <p:sp>
        <p:nvSpPr>
          <p:cNvPr id="492" name="Google Shape;492;p4"/>
          <p:cNvSpPr/>
          <p:nvPr/>
        </p:nvSpPr>
        <p:spPr>
          <a:xfrm>
            <a:off x="1876936" y="1478635"/>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A Matrix is a combination of arrays, numbers or expressions that are represented in a rectangular format in the form of rows and columns. </a:t>
            </a:r>
            <a:endParaRPr sz="2000" b="1" i="0" u="none" strike="noStrike" cap="none">
              <a:solidFill>
                <a:srgbClr val="000000"/>
              </a:solidFill>
              <a:latin typeface="Calibri"/>
              <a:ea typeface="Calibri"/>
              <a:cs typeface="Calibri"/>
              <a:sym typeface="Calibri"/>
            </a:endParaRPr>
          </a:p>
        </p:txBody>
      </p:sp>
      <p:grpSp>
        <p:nvGrpSpPr>
          <p:cNvPr id="493" name="Google Shape;493;p4"/>
          <p:cNvGrpSpPr/>
          <p:nvPr/>
        </p:nvGrpSpPr>
        <p:grpSpPr>
          <a:xfrm>
            <a:off x="4816042" y="3530104"/>
            <a:ext cx="2611315" cy="2593731"/>
            <a:chOff x="4423877" y="3182812"/>
            <a:chExt cx="2611315" cy="2593731"/>
          </a:xfrm>
        </p:grpSpPr>
        <p:sp>
          <p:nvSpPr>
            <p:cNvPr id="494" name="Google Shape;494;p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495" name="Google Shape;495;p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496" name="Google Shape;496;p4"/>
          <p:cNvSpPr txBox="1"/>
          <p:nvPr/>
        </p:nvSpPr>
        <p:spPr>
          <a:xfrm>
            <a:off x="5027057" y="3785085"/>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497" name="Google Shape;497;p4"/>
          <p:cNvGraphicFramePr/>
          <p:nvPr/>
        </p:nvGraphicFramePr>
        <p:xfrm>
          <a:off x="5153824" y="3785085"/>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498" name="Google Shape;498;p4"/>
          <p:cNvSpPr/>
          <p:nvPr/>
        </p:nvSpPr>
        <p:spPr>
          <a:xfrm>
            <a:off x="5027057" y="3152038"/>
            <a:ext cx="2733865" cy="272562"/>
          </a:xfrm>
          <a:prstGeom prst="rightArrow">
            <a:avLst>
              <a:gd name="adj1" fmla="val 50000"/>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99" name="Google Shape;499;p4"/>
          <p:cNvSpPr/>
          <p:nvPr/>
        </p:nvSpPr>
        <p:spPr>
          <a:xfrm>
            <a:off x="4341799" y="3424600"/>
            <a:ext cx="316523" cy="2593730"/>
          </a:xfrm>
          <a:prstGeom prst="downArrow">
            <a:avLst>
              <a:gd name="adj1" fmla="val 50000"/>
              <a:gd name="adj2" fmla="val 50000"/>
            </a:avLst>
          </a:prstGeom>
          <a:solidFill>
            <a:srgbClr val="4DA3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00" name="Google Shape;500;p4"/>
          <p:cNvSpPr txBox="1"/>
          <p:nvPr/>
        </p:nvSpPr>
        <p:spPr>
          <a:xfrm rot="5400000">
            <a:off x="2797657" y="4512617"/>
            <a:ext cx="2688174"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Number of Rows</a:t>
            </a:r>
            <a:endParaRPr sz="2000" b="1" i="0" u="none" strike="noStrike" cap="none">
              <a:solidFill>
                <a:srgbClr val="000000"/>
              </a:solidFill>
              <a:latin typeface="Arial"/>
              <a:ea typeface="Arial"/>
              <a:cs typeface="Arial"/>
              <a:sym typeface="Arial"/>
            </a:endParaRPr>
          </a:p>
        </p:txBody>
      </p:sp>
      <p:sp>
        <p:nvSpPr>
          <p:cNvPr id="501" name="Google Shape;501;p4"/>
          <p:cNvSpPr txBox="1"/>
          <p:nvPr/>
        </p:nvSpPr>
        <p:spPr>
          <a:xfrm>
            <a:off x="4761659" y="2751928"/>
            <a:ext cx="2945966"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Number of Columns</a:t>
            </a:r>
            <a:endParaRPr sz="2000" b="1"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296"/>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What is a Matrix?</a:t>
            </a:r>
            <a:endParaRPr sz="1400" b="0" i="0" u="none" strike="noStrike" cap="none">
              <a:solidFill>
                <a:srgbClr val="000000"/>
              </a:solidFill>
              <a:latin typeface="Arial"/>
              <a:ea typeface="Arial"/>
              <a:cs typeface="Arial"/>
              <a:sym typeface="Arial"/>
            </a:endParaRPr>
          </a:p>
        </p:txBody>
      </p:sp>
      <p:sp>
        <p:nvSpPr>
          <p:cNvPr id="508" name="Google Shape;508;p296"/>
          <p:cNvSpPr/>
          <p:nvPr/>
        </p:nvSpPr>
        <p:spPr>
          <a:xfrm>
            <a:off x="6191693" y="2127734"/>
            <a:ext cx="4781107" cy="328832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The rows and columns of a matrix are associated with the dimensions of a matrix and immensely help while working with linear expressions. The matrix with m rows and n columns will have the m x n dimensions. </a:t>
            </a:r>
            <a:endParaRPr sz="2000" b="1" i="0" u="none" strike="noStrike" cap="none">
              <a:solidFill>
                <a:srgbClr val="000000"/>
              </a:solidFill>
              <a:latin typeface="Calibri"/>
              <a:ea typeface="Calibri"/>
              <a:cs typeface="Calibri"/>
              <a:sym typeface="Calibri"/>
            </a:endParaRPr>
          </a:p>
        </p:txBody>
      </p:sp>
      <p:grpSp>
        <p:nvGrpSpPr>
          <p:cNvPr id="509" name="Google Shape;509;p296"/>
          <p:cNvGrpSpPr/>
          <p:nvPr/>
        </p:nvGrpSpPr>
        <p:grpSpPr>
          <a:xfrm>
            <a:off x="1624434" y="2642107"/>
            <a:ext cx="2611315" cy="2593731"/>
            <a:chOff x="4423877" y="3182812"/>
            <a:chExt cx="2611315" cy="2593731"/>
          </a:xfrm>
        </p:grpSpPr>
        <p:sp>
          <p:nvSpPr>
            <p:cNvPr id="510" name="Google Shape;510;p296"/>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511" name="Google Shape;511;p296"/>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512" name="Google Shape;512;p296"/>
          <p:cNvSpPr txBox="1"/>
          <p:nvPr/>
        </p:nvSpPr>
        <p:spPr>
          <a:xfrm>
            <a:off x="1835449" y="2897088"/>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513" name="Google Shape;513;p296"/>
          <p:cNvGraphicFramePr/>
          <p:nvPr/>
        </p:nvGraphicFramePr>
        <p:xfrm>
          <a:off x="1962216" y="2897088"/>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514" name="Google Shape;514;p296"/>
          <p:cNvSpPr/>
          <p:nvPr/>
        </p:nvSpPr>
        <p:spPr>
          <a:xfrm>
            <a:off x="1624435" y="2264041"/>
            <a:ext cx="2771720" cy="272562"/>
          </a:xfrm>
          <a:prstGeom prst="rightArrow">
            <a:avLst>
              <a:gd name="adj1" fmla="val 50000"/>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15" name="Google Shape;515;p296"/>
          <p:cNvSpPr/>
          <p:nvPr/>
        </p:nvSpPr>
        <p:spPr>
          <a:xfrm>
            <a:off x="1150191" y="2536603"/>
            <a:ext cx="316523" cy="2593730"/>
          </a:xfrm>
          <a:prstGeom prst="downArrow">
            <a:avLst>
              <a:gd name="adj1" fmla="val 50000"/>
              <a:gd name="adj2" fmla="val 50000"/>
            </a:avLst>
          </a:prstGeom>
          <a:solidFill>
            <a:srgbClr val="4DA3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16" name="Google Shape;516;p296"/>
          <p:cNvSpPr txBox="1"/>
          <p:nvPr/>
        </p:nvSpPr>
        <p:spPr>
          <a:xfrm rot="5400000">
            <a:off x="-393951" y="3624620"/>
            <a:ext cx="2688174"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Number of Rows(m)</a:t>
            </a:r>
            <a:endParaRPr sz="2000" b="1" i="0" u="none" strike="noStrike" cap="none">
              <a:solidFill>
                <a:srgbClr val="000000"/>
              </a:solidFill>
              <a:latin typeface="Arial"/>
              <a:ea typeface="Arial"/>
              <a:cs typeface="Arial"/>
              <a:sym typeface="Arial"/>
            </a:endParaRPr>
          </a:p>
        </p:txBody>
      </p:sp>
      <p:sp>
        <p:nvSpPr>
          <p:cNvPr id="517" name="Google Shape;517;p296"/>
          <p:cNvSpPr txBox="1"/>
          <p:nvPr/>
        </p:nvSpPr>
        <p:spPr>
          <a:xfrm>
            <a:off x="1570051" y="1863931"/>
            <a:ext cx="2945966"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Number of Columns(n)</a:t>
            </a:r>
            <a:endParaRPr sz="2000" b="1"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297"/>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What is a Matrix?</a:t>
            </a:r>
            <a:endParaRPr sz="1400" b="0" i="0" u="none" strike="noStrike" cap="none">
              <a:solidFill>
                <a:srgbClr val="000000"/>
              </a:solidFill>
              <a:latin typeface="Arial"/>
              <a:ea typeface="Arial"/>
              <a:cs typeface="Arial"/>
              <a:sym typeface="Arial"/>
            </a:endParaRPr>
          </a:p>
        </p:txBody>
      </p:sp>
      <p:sp>
        <p:nvSpPr>
          <p:cNvPr id="524" name="Google Shape;524;p297"/>
          <p:cNvSpPr/>
          <p:nvPr/>
        </p:nvSpPr>
        <p:spPr>
          <a:xfrm>
            <a:off x="6191693" y="2127734"/>
            <a:ext cx="4781107" cy="328832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Let us go through some of the Matrix operations like addition, subtraction, multiplication, transpose, inverse of a matrix, etc.</a:t>
            </a:r>
            <a:endParaRPr sz="2000" b="1" i="0" u="none" strike="noStrike" cap="none">
              <a:solidFill>
                <a:srgbClr val="000000"/>
              </a:solidFill>
              <a:latin typeface="Calibri"/>
              <a:ea typeface="Calibri"/>
              <a:cs typeface="Calibri"/>
              <a:sym typeface="Calibri"/>
            </a:endParaRPr>
          </a:p>
        </p:txBody>
      </p:sp>
      <p:grpSp>
        <p:nvGrpSpPr>
          <p:cNvPr id="525" name="Google Shape;525;p297"/>
          <p:cNvGrpSpPr/>
          <p:nvPr/>
        </p:nvGrpSpPr>
        <p:grpSpPr>
          <a:xfrm>
            <a:off x="1624434" y="2642107"/>
            <a:ext cx="2611315" cy="2593731"/>
            <a:chOff x="4423877" y="3182812"/>
            <a:chExt cx="2611315" cy="2593731"/>
          </a:xfrm>
        </p:grpSpPr>
        <p:sp>
          <p:nvSpPr>
            <p:cNvPr id="526" name="Google Shape;526;p297"/>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527" name="Google Shape;527;p297"/>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528" name="Google Shape;528;p297"/>
          <p:cNvSpPr txBox="1"/>
          <p:nvPr/>
        </p:nvSpPr>
        <p:spPr>
          <a:xfrm>
            <a:off x="1835449" y="2897088"/>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529" name="Google Shape;529;p297"/>
          <p:cNvGraphicFramePr/>
          <p:nvPr/>
        </p:nvGraphicFramePr>
        <p:xfrm>
          <a:off x="1962216" y="2897088"/>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530" name="Google Shape;530;p297"/>
          <p:cNvSpPr/>
          <p:nvPr/>
        </p:nvSpPr>
        <p:spPr>
          <a:xfrm>
            <a:off x="1624435" y="2264041"/>
            <a:ext cx="2771720" cy="272562"/>
          </a:xfrm>
          <a:prstGeom prst="rightArrow">
            <a:avLst>
              <a:gd name="adj1" fmla="val 50000"/>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31" name="Google Shape;531;p297"/>
          <p:cNvSpPr/>
          <p:nvPr/>
        </p:nvSpPr>
        <p:spPr>
          <a:xfrm>
            <a:off x="1150191" y="2536603"/>
            <a:ext cx="316523" cy="2593730"/>
          </a:xfrm>
          <a:prstGeom prst="downArrow">
            <a:avLst>
              <a:gd name="adj1" fmla="val 50000"/>
              <a:gd name="adj2" fmla="val 50000"/>
            </a:avLst>
          </a:prstGeom>
          <a:solidFill>
            <a:srgbClr val="4DA3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32" name="Google Shape;532;p297"/>
          <p:cNvSpPr txBox="1"/>
          <p:nvPr/>
        </p:nvSpPr>
        <p:spPr>
          <a:xfrm rot="5400000">
            <a:off x="-393951" y="3624620"/>
            <a:ext cx="2688174"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Number of Rows(m)</a:t>
            </a:r>
            <a:endParaRPr sz="2000" b="1" i="0" u="none" strike="noStrike" cap="none">
              <a:solidFill>
                <a:srgbClr val="000000"/>
              </a:solidFill>
              <a:latin typeface="Arial"/>
              <a:ea typeface="Arial"/>
              <a:cs typeface="Arial"/>
              <a:sym typeface="Arial"/>
            </a:endParaRPr>
          </a:p>
        </p:txBody>
      </p:sp>
      <p:sp>
        <p:nvSpPr>
          <p:cNvPr id="533" name="Google Shape;533;p297"/>
          <p:cNvSpPr txBox="1"/>
          <p:nvPr/>
        </p:nvSpPr>
        <p:spPr>
          <a:xfrm>
            <a:off x="1570051" y="1863931"/>
            <a:ext cx="2945966"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Number of Columns(n)</a:t>
            </a:r>
            <a:endParaRPr sz="2000" b="1"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298"/>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Hands on - Python</a:t>
            </a:r>
            <a:endParaRPr sz="1400" b="0" i="0" u="none" strike="noStrike" cap="none">
              <a:solidFill>
                <a:srgbClr val="000000"/>
              </a:solidFill>
              <a:latin typeface="Arial"/>
              <a:ea typeface="Arial"/>
              <a:cs typeface="Arial"/>
              <a:sym typeface="Arial"/>
            </a:endParaRPr>
          </a:p>
        </p:txBody>
      </p:sp>
      <p:sp>
        <p:nvSpPr>
          <p:cNvPr id="540" name="Google Shape;540;p298"/>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541" name="Google Shape;541;p298"/>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pic>
        <p:nvPicPr>
          <p:cNvPr id="542" name="Google Shape;542;p298"/>
          <p:cNvPicPr preferRelativeResize="0"/>
          <p:nvPr/>
        </p:nvPicPr>
        <p:blipFill rotWithShape="1">
          <a:blip r:embed="rId3">
            <a:alphaModFix/>
          </a:blip>
          <a:srcRect/>
          <a:stretch/>
        </p:blipFill>
        <p:spPr>
          <a:xfrm>
            <a:off x="8890120" y="2344855"/>
            <a:ext cx="1528763" cy="1711093"/>
          </a:xfrm>
          <a:prstGeom prst="rect">
            <a:avLst/>
          </a:prstGeom>
          <a:noFill/>
          <a:ln>
            <a:noFill/>
          </a:ln>
        </p:spPr>
      </p:pic>
      <p:sp>
        <p:nvSpPr>
          <p:cNvPr id="543" name="Google Shape;543;p298"/>
          <p:cNvSpPr txBox="1"/>
          <p:nvPr/>
        </p:nvSpPr>
        <p:spPr>
          <a:xfrm>
            <a:off x="8748346" y="1547454"/>
            <a:ext cx="182880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Output</a:t>
            </a:r>
            <a:endParaRPr sz="1800" b="1" i="0" u="none" strike="noStrike" cap="none">
              <a:solidFill>
                <a:srgbClr val="000000"/>
              </a:solidFill>
              <a:latin typeface="Arial"/>
              <a:ea typeface="Arial"/>
              <a:cs typeface="Arial"/>
              <a:sym typeface="Arial"/>
            </a:endParaRPr>
          </a:p>
        </p:txBody>
      </p:sp>
      <p:pic>
        <p:nvPicPr>
          <p:cNvPr id="544" name="Google Shape;544;p298"/>
          <p:cNvPicPr preferRelativeResize="0"/>
          <p:nvPr/>
        </p:nvPicPr>
        <p:blipFill rotWithShape="1">
          <a:blip r:embed="rId4">
            <a:alphaModFix/>
          </a:blip>
          <a:srcRect/>
          <a:stretch/>
        </p:blipFill>
        <p:spPr>
          <a:xfrm>
            <a:off x="1117020" y="1877467"/>
            <a:ext cx="5918121" cy="2645875"/>
          </a:xfrm>
          <a:prstGeom prst="rect">
            <a:avLst/>
          </a:prstGeom>
          <a:noFill/>
          <a:ln>
            <a:noFill/>
          </a:ln>
        </p:spPr>
      </p:pic>
      <p:sp>
        <p:nvSpPr>
          <p:cNvPr id="545" name="Google Shape;545;p298"/>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In Python, we use the list of lists in a numpy array to declare a list. As seen in the example we have declared A and B matrices with dimensions 2x2. </a:t>
            </a:r>
            <a:endParaRPr sz="2000" b="0" i="0" u="none" strike="noStrike" cap="none">
              <a:solidFill>
                <a:srgbClr val="000000"/>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549"/>
        <p:cNvGrpSpPr/>
        <p:nvPr/>
      </p:nvGrpSpPr>
      <p:grpSpPr>
        <a:xfrm>
          <a:off x="0" y="0"/>
          <a:ext cx="0" cy="0"/>
          <a:chOff x="0" y="0"/>
          <a:chExt cx="0" cy="0"/>
        </a:xfrm>
      </p:grpSpPr>
      <p:sp>
        <p:nvSpPr>
          <p:cNvPr id="550" name="Google Shape;550;p299"/>
          <p:cNvSpPr txBox="1">
            <a:spLocks noGrp="1"/>
          </p:cNvSpPr>
          <p:nvPr>
            <p:ph type="body" idx="1"/>
          </p:nvPr>
        </p:nvSpPr>
        <p:spPr>
          <a:xfrm>
            <a:off x="1960342" y="3052035"/>
            <a:ext cx="8312980" cy="769275"/>
          </a:xfrm>
          <a:prstGeom prst="rect">
            <a:avLst/>
          </a:prstGeom>
          <a:noFill/>
          <a:ln>
            <a:noFill/>
          </a:ln>
        </p:spPr>
        <p:txBody>
          <a:bodyPr spcFirstLastPara="1" wrap="square" lIns="0" tIns="45700" rIns="91425" bIns="45700" anchor="ctr" anchorCtr="0">
            <a:noAutofit/>
          </a:bodyPr>
          <a:lstStyle/>
          <a:p>
            <a:pPr marL="0" lvl="0" indent="0" algn="ctr" rtl="0">
              <a:lnSpc>
                <a:spcPct val="90000"/>
              </a:lnSpc>
              <a:spcBef>
                <a:spcPts val="0"/>
              </a:spcBef>
              <a:spcAft>
                <a:spcPts val="0"/>
              </a:spcAft>
              <a:buClr>
                <a:srgbClr val="7F7F7F"/>
              </a:buClr>
              <a:buSzPts val="5300"/>
              <a:buNone/>
            </a:pPr>
            <a:r>
              <a:rPr lang="en-US"/>
              <a:t>Matrix Operations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300"/>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Addition</a:t>
            </a:r>
            <a:endParaRPr sz="1400" b="0" i="0" u="none" strike="noStrike" cap="none">
              <a:solidFill>
                <a:srgbClr val="000000"/>
              </a:solidFill>
              <a:latin typeface="Arial"/>
              <a:ea typeface="Arial"/>
              <a:cs typeface="Arial"/>
              <a:sym typeface="Arial"/>
            </a:endParaRPr>
          </a:p>
        </p:txBody>
      </p:sp>
      <p:grpSp>
        <p:nvGrpSpPr>
          <p:cNvPr id="557" name="Google Shape;557;p300"/>
          <p:cNvGrpSpPr/>
          <p:nvPr/>
        </p:nvGrpSpPr>
        <p:grpSpPr>
          <a:xfrm>
            <a:off x="459166" y="1433141"/>
            <a:ext cx="2611315" cy="2593731"/>
            <a:chOff x="4423877" y="3182812"/>
            <a:chExt cx="2611315" cy="2593731"/>
          </a:xfrm>
        </p:grpSpPr>
        <p:sp>
          <p:nvSpPr>
            <p:cNvPr id="558" name="Google Shape;558;p300"/>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559" name="Google Shape;559;p300"/>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560" name="Google Shape;560;p300"/>
          <p:cNvSpPr txBox="1"/>
          <p:nvPr/>
        </p:nvSpPr>
        <p:spPr>
          <a:xfrm>
            <a:off x="670181" y="168812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561" name="Google Shape;561;p300"/>
          <p:cNvGraphicFramePr/>
          <p:nvPr/>
        </p:nvGraphicFramePr>
        <p:xfrm>
          <a:off x="796948"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562" name="Google Shape;562;p300"/>
          <p:cNvGrpSpPr/>
          <p:nvPr/>
        </p:nvGrpSpPr>
        <p:grpSpPr>
          <a:xfrm>
            <a:off x="4281311" y="1433141"/>
            <a:ext cx="2611315" cy="2593731"/>
            <a:chOff x="4423877" y="3182812"/>
            <a:chExt cx="2611315" cy="2593731"/>
          </a:xfrm>
        </p:grpSpPr>
        <p:sp>
          <p:nvSpPr>
            <p:cNvPr id="563" name="Google Shape;563;p300"/>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564" name="Google Shape;564;p300"/>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565" name="Google Shape;565;p300"/>
          <p:cNvSpPr txBox="1"/>
          <p:nvPr/>
        </p:nvSpPr>
        <p:spPr>
          <a:xfrm>
            <a:off x="4492326" y="168812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566" name="Google Shape;566;p300"/>
          <p:cNvGraphicFramePr/>
          <p:nvPr/>
        </p:nvGraphicFramePr>
        <p:xfrm>
          <a:off x="4619093"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567" name="Google Shape;567;p300"/>
          <p:cNvGrpSpPr/>
          <p:nvPr/>
        </p:nvGrpSpPr>
        <p:grpSpPr>
          <a:xfrm>
            <a:off x="8958819" y="1433141"/>
            <a:ext cx="2611315" cy="2593731"/>
            <a:chOff x="4423877" y="3182812"/>
            <a:chExt cx="2611315" cy="2593731"/>
          </a:xfrm>
        </p:grpSpPr>
        <p:sp>
          <p:nvSpPr>
            <p:cNvPr id="568" name="Google Shape;568;p300"/>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569" name="Google Shape;569;p300"/>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570" name="Google Shape;570;p300"/>
          <p:cNvSpPr txBox="1"/>
          <p:nvPr/>
        </p:nvSpPr>
        <p:spPr>
          <a:xfrm>
            <a:off x="9169834" y="168812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571" name="Google Shape;571;p300"/>
          <p:cNvGraphicFramePr/>
          <p:nvPr/>
        </p:nvGraphicFramePr>
        <p:xfrm>
          <a:off x="9296601"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572" name="Google Shape;572;p300"/>
          <p:cNvSpPr/>
          <p:nvPr/>
        </p:nvSpPr>
        <p:spPr>
          <a:xfrm>
            <a:off x="3279531" y="2312410"/>
            <a:ext cx="782516" cy="826477"/>
          </a:xfrm>
          <a:prstGeom prst="mathPlus">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73" name="Google Shape;573;p300"/>
          <p:cNvSpPr/>
          <p:nvPr/>
        </p:nvSpPr>
        <p:spPr>
          <a:xfrm>
            <a:off x="7385538" y="2312410"/>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574" name="Google Shape;574;p300"/>
          <p:cNvSpPr/>
          <p:nvPr/>
        </p:nvSpPr>
        <p:spPr>
          <a:xfrm>
            <a:off x="1929689" y="4591113"/>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In the addition operation, the corresponding values of the elements are added to the resultant matrix like shown in the example.</a:t>
            </a:r>
            <a:endParaRPr sz="2000" b="0" i="0" u="none" strike="noStrike" cap="none">
              <a:solidFill>
                <a:srgbClr val="000000"/>
              </a:solidFill>
              <a:latin typeface="Calibri"/>
              <a:ea typeface="Calibri"/>
              <a:cs typeface="Calibri"/>
              <a:sym typeface="Calibri"/>
            </a:endParaRPr>
          </a:p>
        </p:txBody>
      </p:sp>
      <p:sp>
        <p:nvSpPr>
          <p:cNvPr id="575" name="Google Shape;575;p300"/>
          <p:cNvSpPr/>
          <p:nvPr/>
        </p:nvSpPr>
        <p:spPr>
          <a:xfrm>
            <a:off x="864464" y="1767254"/>
            <a:ext cx="548281" cy="545156"/>
          </a:xfrm>
          <a:prstGeom prst="flowChartAlternateProcess">
            <a:avLst/>
          </a:prstGeom>
          <a:noFill/>
          <a:ln w="25400" cap="flat" cmpd="sng">
            <a:solidFill>
              <a:srgbClr val="5077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76" name="Google Shape;576;p300"/>
          <p:cNvSpPr/>
          <p:nvPr/>
        </p:nvSpPr>
        <p:spPr>
          <a:xfrm>
            <a:off x="4689117" y="1767254"/>
            <a:ext cx="548281" cy="545156"/>
          </a:xfrm>
          <a:prstGeom prst="flowChartAlternateProcess">
            <a:avLst/>
          </a:prstGeom>
          <a:noFill/>
          <a:ln w="25400" cap="flat" cmpd="sng">
            <a:solidFill>
              <a:srgbClr val="5077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77" name="Google Shape;577;p300"/>
          <p:cNvSpPr/>
          <p:nvPr/>
        </p:nvSpPr>
        <p:spPr>
          <a:xfrm>
            <a:off x="9349039" y="1767254"/>
            <a:ext cx="548281" cy="545156"/>
          </a:xfrm>
          <a:prstGeom prst="flowChartAlternateProcess">
            <a:avLst/>
          </a:prstGeom>
          <a:noFill/>
          <a:ln w="25400" cap="flat" cmpd="sng">
            <a:solidFill>
              <a:srgbClr val="5077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78" name="Google Shape;578;p300"/>
          <p:cNvSpPr/>
          <p:nvPr/>
        </p:nvSpPr>
        <p:spPr>
          <a:xfrm>
            <a:off x="881197" y="2457428"/>
            <a:ext cx="548281" cy="545156"/>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79" name="Google Shape;579;p300"/>
          <p:cNvSpPr/>
          <p:nvPr/>
        </p:nvSpPr>
        <p:spPr>
          <a:xfrm>
            <a:off x="4705850" y="2457428"/>
            <a:ext cx="548281" cy="545156"/>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80" name="Google Shape;580;p300"/>
          <p:cNvSpPr/>
          <p:nvPr/>
        </p:nvSpPr>
        <p:spPr>
          <a:xfrm>
            <a:off x="9365772" y="2457428"/>
            <a:ext cx="548281" cy="545156"/>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81" name="Google Shape;581;p300"/>
          <p:cNvSpPr/>
          <p:nvPr/>
        </p:nvSpPr>
        <p:spPr>
          <a:xfrm>
            <a:off x="881197" y="3138887"/>
            <a:ext cx="548281" cy="545156"/>
          </a:xfrm>
          <a:prstGeom prst="flowChartAlternateProcess">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82" name="Google Shape;582;p300"/>
          <p:cNvSpPr/>
          <p:nvPr/>
        </p:nvSpPr>
        <p:spPr>
          <a:xfrm>
            <a:off x="4705850" y="3138887"/>
            <a:ext cx="548281" cy="545156"/>
          </a:xfrm>
          <a:prstGeom prst="flowChartAlternateProcess">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83" name="Google Shape;583;p300"/>
          <p:cNvSpPr/>
          <p:nvPr/>
        </p:nvSpPr>
        <p:spPr>
          <a:xfrm>
            <a:off x="9365772" y="3138887"/>
            <a:ext cx="548281" cy="545156"/>
          </a:xfrm>
          <a:prstGeom prst="flowChartAlternateProcess">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577"/>
                                        </p:tgtEl>
                                        <p:attrNameLst>
                                          <p:attrName>style.visibility</p:attrName>
                                        </p:attrNameLst>
                                      </p:cBhvr>
                                      <p:to>
                                        <p:strVal val="visible"/>
                                      </p:to>
                                    </p:set>
                                    <p:animEffect transition="in" filter="fade">
                                      <p:cBhvr>
                                        <p:cTn id="13" dur="500"/>
                                        <p:tgtEl>
                                          <p:spTgt spid="57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78"/>
                                        </p:tgtEl>
                                        <p:attrNameLst>
                                          <p:attrName>style.visibility</p:attrName>
                                        </p:attrNameLst>
                                      </p:cBhvr>
                                      <p:to>
                                        <p:strVal val="visible"/>
                                      </p:to>
                                    </p:set>
                                    <p:animEffect transition="in" filter="fade">
                                      <p:cBhvr>
                                        <p:cTn id="18" dur="500"/>
                                        <p:tgtEl>
                                          <p:spTgt spid="578"/>
                                        </p:tgtEl>
                                      </p:cBhvr>
                                    </p:animEffect>
                                  </p:childTnLst>
                                </p:cTn>
                              </p:par>
                              <p:par>
                                <p:cTn id="19" presetID="10" presetClass="entr" presetSubtype="0" fill="hold" nodeType="withEffect">
                                  <p:stCondLst>
                                    <p:cond delay="0"/>
                                  </p:stCondLst>
                                  <p:childTnLst>
                                    <p:set>
                                      <p:cBhvr>
                                        <p:cTn id="20" dur="1" fill="hold">
                                          <p:stCondLst>
                                            <p:cond delay="0"/>
                                          </p:stCondLst>
                                        </p:cTn>
                                        <p:tgtEl>
                                          <p:spTgt spid="579"/>
                                        </p:tgtEl>
                                        <p:attrNameLst>
                                          <p:attrName>style.visibility</p:attrName>
                                        </p:attrNameLst>
                                      </p:cBhvr>
                                      <p:to>
                                        <p:strVal val="visible"/>
                                      </p:to>
                                    </p:set>
                                    <p:animEffect transition="in" filter="fade">
                                      <p:cBhvr>
                                        <p:cTn id="21" dur="500"/>
                                        <p:tgtEl>
                                          <p:spTgt spid="57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80"/>
                                        </p:tgtEl>
                                        <p:attrNameLst>
                                          <p:attrName>style.visibility</p:attrName>
                                        </p:attrNameLst>
                                      </p:cBhvr>
                                      <p:to>
                                        <p:strVal val="visible"/>
                                      </p:to>
                                    </p:set>
                                    <p:animEffect transition="in" filter="fade">
                                      <p:cBhvr>
                                        <p:cTn id="26" dur="500"/>
                                        <p:tgtEl>
                                          <p:spTgt spid="58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81"/>
                                        </p:tgtEl>
                                        <p:attrNameLst>
                                          <p:attrName>style.visibility</p:attrName>
                                        </p:attrNameLst>
                                      </p:cBhvr>
                                      <p:to>
                                        <p:strVal val="visible"/>
                                      </p:to>
                                    </p:set>
                                    <p:animEffect transition="in" filter="fade">
                                      <p:cBhvr>
                                        <p:cTn id="31" dur="500"/>
                                        <p:tgtEl>
                                          <p:spTgt spid="581"/>
                                        </p:tgtEl>
                                      </p:cBhvr>
                                    </p:animEffect>
                                  </p:childTnLst>
                                </p:cTn>
                              </p:par>
                              <p:par>
                                <p:cTn id="32" presetID="10" presetClass="entr" presetSubtype="0" fill="hold" nodeType="withEffect">
                                  <p:stCondLst>
                                    <p:cond delay="0"/>
                                  </p:stCondLst>
                                  <p:childTnLst>
                                    <p:set>
                                      <p:cBhvr>
                                        <p:cTn id="33" dur="1" fill="hold">
                                          <p:stCondLst>
                                            <p:cond delay="0"/>
                                          </p:stCondLst>
                                        </p:cTn>
                                        <p:tgtEl>
                                          <p:spTgt spid="582"/>
                                        </p:tgtEl>
                                        <p:attrNameLst>
                                          <p:attrName>style.visibility</p:attrName>
                                        </p:attrNameLst>
                                      </p:cBhvr>
                                      <p:to>
                                        <p:strVal val="visible"/>
                                      </p:to>
                                    </p:set>
                                    <p:animEffect transition="in" filter="fade">
                                      <p:cBhvr>
                                        <p:cTn id="34" dur="500"/>
                                        <p:tgtEl>
                                          <p:spTgt spid="58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83"/>
                                        </p:tgtEl>
                                        <p:attrNameLst>
                                          <p:attrName>style.visibility</p:attrName>
                                        </p:attrNameLst>
                                      </p:cBhvr>
                                      <p:to>
                                        <p:strVal val="visible"/>
                                      </p:to>
                                    </p:set>
                                    <p:animEffect transition="in" filter="fade">
                                      <p:cBhvr>
                                        <p:cTn id="39" dur="500"/>
                                        <p:tgtEl>
                                          <p:spTgt spid="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302"/>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Addition</a:t>
            </a:r>
            <a:endParaRPr sz="1400" b="0" i="0" u="none" strike="noStrike" cap="none">
              <a:solidFill>
                <a:srgbClr val="000000"/>
              </a:solidFill>
              <a:latin typeface="Arial"/>
              <a:ea typeface="Arial"/>
              <a:cs typeface="Arial"/>
              <a:sym typeface="Arial"/>
            </a:endParaRPr>
          </a:p>
        </p:txBody>
      </p:sp>
      <p:grpSp>
        <p:nvGrpSpPr>
          <p:cNvPr id="602" name="Google Shape;602;p302"/>
          <p:cNvGrpSpPr/>
          <p:nvPr/>
        </p:nvGrpSpPr>
        <p:grpSpPr>
          <a:xfrm>
            <a:off x="459166" y="1433141"/>
            <a:ext cx="2611315" cy="2593731"/>
            <a:chOff x="4423877" y="3182812"/>
            <a:chExt cx="2611315" cy="2593731"/>
          </a:xfrm>
        </p:grpSpPr>
        <p:sp>
          <p:nvSpPr>
            <p:cNvPr id="603" name="Google Shape;603;p302"/>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04" name="Google Shape;604;p302"/>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605" name="Google Shape;605;p302"/>
          <p:cNvSpPr txBox="1"/>
          <p:nvPr/>
        </p:nvSpPr>
        <p:spPr>
          <a:xfrm>
            <a:off x="670181" y="168812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606" name="Google Shape;606;p302"/>
          <p:cNvGraphicFramePr/>
          <p:nvPr/>
        </p:nvGraphicFramePr>
        <p:xfrm>
          <a:off x="796948"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607" name="Google Shape;607;p302"/>
          <p:cNvGrpSpPr/>
          <p:nvPr/>
        </p:nvGrpSpPr>
        <p:grpSpPr>
          <a:xfrm>
            <a:off x="4281311" y="1433141"/>
            <a:ext cx="2611315" cy="2593731"/>
            <a:chOff x="4423877" y="3182812"/>
            <a:chExt cx="2611315" cy="2593731"/>
          </a:xfrm>
        </p:grpSpPr>
        <p:sp>
          <p:nvSpPr>
            <p:cNvPr id="608" name="Google Shape;608;p302"/>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09" name="Google Shape;609;p302"/>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610" name="Google Shape;610;p302"/>
          <p:cNvSpPr txBox="1"/>
          <p:nvPr/>
        </p:nvSpPr>
        <p:spPr>
          <a:xfrm>
            <a:off x="4492326" y="168812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611" name="Google Shape;611;p302"/>
          <p:cNvGraphicFramePr/>
          <p:nvPr/>
        </p:nvGraphicFramePr>
        <p:xfrm>
          <a:off x="4619093"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612" name="Google Shape;612;p302"/>
          <p:cNvGrpSpPr/>
          <p:nvPr/>
        </p:nvGrpSpPr>
        <p:grpSpPr>
          <a:xfrm>
            <a:off x="8958819" y="1433141"/>
            <a:ext cx="2611315" cy="2593731"/>
            <a:chOff x="4423877" y="3182812"/>
            <a:chExt cx="2611315" cy="2593731"/>
          </a:xfrm>
        </p:grpSpPr>
        <p:sp>
          <p:nvSpPr>
            <p:cNvPr id="613" name="Google Shape;613;p302"/>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14" name="Google Shape;614;p302"/>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615" name="Google Shape;615;p302"/>
          <p:cNvSpPr txBox="1"/>
          <p:nvPr/>
        </p:nvSpPr>
        <p:spPr>
          <a:xfrm>
            <a:off x="9169834" y="168812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616" name="Google Shape;616;p302"/>
          <p:cNvGraphicFramePr/>
          <p:nvPr/>
        </p:nvGraphicFramePr>
        <p:xfrm>
          <a:off x="9296601"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17" name="Google Shape;617;p302"/>
          <p:cNvSpPr/>
          <p:nvPr/>
        </p:nvSpPr>
        <p:spPr>
          <a:xfrm>
            <a:off x="3279531" y="2312410"/>
            <a:ext cx="782516" cy="826477"/>
          </a:xfrm>
          <a:prstGeom prst="mathPlus">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18" name="Google Shape;618;p302"/>
          <p:cNvSpPr/>
          <p:nvPr/>
        </p:nvSpPr>
        <p:spPr>
          <a:xfrm>
            <a:off x="7385538" y="2312410"/>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19" name="Google Shape;619;p302"/>
          <p:cNvSpPr/>
          <p:nvPr/>
        </p:nvSpPr>
        <p:spPr>
          <a:xfrm>
            <a:off x="1929689" y="4591113"/>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Calibri"/>
                <a:ea typeface="Calibri"/>
                <a:cs typeface="Calibri"/>
                <a:sym typeface="Calibri"/>
              </a:rPr>
              <a:t>In the addition operation, it is mandatory that the dimensions of the matrices are equivalent to each other.</a:t>
            </a:r>
            <a:endParaRPr sz="2000" b="1" i="0" u="none" strike="noStrike" cap="none" dirty="0">
              <a:solidFill>
                <a:srgbClr val="000000"/>
              </a:solidFill>
              <a:latin typeface="Calibri"/>
              <a:ea typeface="Calibri"/>
              <a:cs typeface="Calibri"/>
              <a:sym typeface="Calibri"/>
            </a:endParaRPr>
          </a:p>
        </p:txBody>
      </p:sp>
      <p:sp>
        <p:nvSpPr>
          <p:cNvPr id="620" name="Google Shape;620;p302"/>
          <p:cNvSpPr/>
          <p:nvPr/>
        </p:nvSpPr>
        <p:spPr>
          <a:xfrm>
            <a:off x="864464" y="1767254"/>
            <a:ext cx="548281" cy="545156"/>
          </a:xfrm>
          <a:prstGeom prst="flowChartAlternateProcess">
            <a:avLst/>
          </a:prstGeom>
          <a:noFill/>
          <a:ln w="25400" cap="flat" cmpd="sng">
            <a:solidFill>
              <a:srgbClr val="5077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21" name="Google Shape;621;p302"/>
          <p:cNvSpPr/>
          <p:nvPr/>
        </p:nvSpPr>
        <p:spPr>
          <a:xfrm>
            <a:off x="4689117" y="1767254"/>
            <a:ext cx="548281" cy="545156"/>
          </a:xfrm>
          <a:prstGeom prst="flowChartAlternateProcess">
            <a:avLst/>
          </a:prstGeom>
          <a:noFill/>
          <a:ln w="25400" cap="flat" cmpd="sng">
            <a:solidFill>
              <a:srgbClr val="5077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22" name="Google Shape;622;p302"/>
          <p:cNvSpPr/>
          <p:nvPr/>
        </p:nvSpPr>
        <p:spPr>
          <a:xfrm>
            <a:off x="9349039" y="1767254"/>
            <a:ext cx="548281" cy="545156"/>
          </a:xfrm>
          <a:prstGeom prst="flowChartAlternateProcess">
            <a:avLst/>
          </a:prstGeom>
          <a:noFill/>
          <a:ln w="25400" cap="flat" cmpd="sng">
            <a:solidFill>
              <a:srgbClr val="5077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23" name="Google Shape;623;p302"/>
          <p:cNvSpPr/>
          <p:nvPr/>
        </p:nvSpPr>
        <p:spPr>
          <a:xfrm>
            <a:off x="881197" y="2457428"/>
            <a:ext cx="548281" cy="545156"/>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24" name="Google Shape;624;p302"/>
          <p:cNvSpPr/>
          <p:nvPr/>
        </p:nvSpPr>
        <p:spPr>
          <a:xfrm>
            <a:off x="4705850" y="2457428"/>
            <a:ext cx="548281" cy="545156"/>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25" name="Google Shape;625;p302"/>
          <p:cNvSpPr/>
          <p:nvPr/>
        </p:nvSpPr>
        <p:spPr>
          <a:xfrm>
            <a:off x="9365772" y="2457428"/>
            <a:ext cx="548281" cy="545156"/>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26" name="Google Shape;626;p302"/>
          <p:cNvSpPr/>
          <p:nvPr/>
        </p:nvSpPr>
        <p:spPr>
          <a:xfrm>
            <a:off x="881197" y="3138887"/>
            <a:ext cx="548281" cy="545156"/>
          </a:xfrm>
          <a:prstGeom prst="flowChartAlternateProcess">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27" name="Google Shape;627;p302"/>
          <p:cNvSpPr/>
          <p:nvPr/>
        </p:nvSpPr>
        <p:spPr>
          <a:xfrm>
            <a:off x="4705850" y="3138887"/>
            <a:ext cx="548281" cy="545156"/>
          </a:xfrm>
          <a:prstGeom prst="flowChartAlternateProcess">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28" name="Google Shape;628;p302"/>
          <p:cNvSpPr/>
          <p:nvPr/>
        </p:nvSpPr>
        <p:spPr>
          <a:xfrm>
            <a:off x="9365772" y="3138887"/>
            <a:ext cx="548281" cy="545156"/>
          </a:xfrm>
          <a:prstGeom prst="flowChartAlternateProcess">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303"/>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Subtraction</a:t>
            </a:r>
            <a:endParaRPr sz="1400" b="0" i="0" u="none" strike="noStrike" cap="none">
              <a:solidFill>
                <a:srgbClr val="000000"/>
              </a:solidFill>
              <a:latin typeface="Arial"/>
              <a:ea typeface="Arial"/>
              <a:cs typeface="Arial"/>
              <a:sym typeface="Arial"/>
            </a:endParaRPr>
          </a:p>
        </p:txBody>
      </p:sp>
      <p:sp>
        <p:nvSpPr>
          <p:cNvPr id="635" name="Google Shape;635;p303"/>
          <p:cNvSpPr/>
          <p:nvPr/>
        </p:nvSpPr>
        <p:spPr>
          <a:xfrm>
            <a:off x="1929689" y="4591113"/>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Similar to the addition operation, in subtraction we will subtract the corresponding element in both the matrices to get the resultant matrix. </a:t>
            </a:r>
            <a:endParaRPr sz="2000" b="1" i="0" u="none" strike="noStrike" cap="none">
              <a:solidFill>
                <a:srgbClr val="000000"/>
              </a:solidFill>
              <a:latin typeface="Calibri"/>
              <a:ea typeface="Calibri"/>
              <a:cs typeface="Calibri"/>
              <a:sym typeface="Calibri"/>
            </a:endParaRPr>
          </a:p>
        </p:txBody>
      </p:sp>
      <p:sp>
        <p:nvSpPr>
          <p:cNvPr id="636" name="Google Shape;636;p303"/>
          <p:cNvSpPr/>
          <p:nvPr/>
        </p:nvSpPr>
        <p:spPr>
          <a:xfrm>
            <a:off x="3226777" y="2391508"/>
            <a:ext cx="940777" cy="501194"/>
          </a:xfrm>
          <a:prstGeom prst="mathMinus">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637" name="Google Shape;637;p303"/>
          <p:cNvGrpSpPr/>
          <p:nvPr/>
        </p:nvGrpSpPr>
        <p:grpSpPr>
          <a:xfrm>
            <a:off x="459166" y="1433141"/>
            <a:ext cx="2611315" cy="2593731"/>
            <a:chOff x="4423877" y="3182812"/>
            <a:chExt cx="2611315" cy="2593731"/>
          </a:xfrm>
        </p:grpSpPr>
        <p:sp>
          <p:nvSpPr>
            <p:cNvPr id="638" name="Google Shape;638;p303"/>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39" name="Google Shape;639;p303"/>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640" name="Google Shape;640;p303"/>
          <p:cNvSpPr txBox="1"/>
          <p:nvPr/>
        </p:nvSpPr>
        <p:spPr>
          <a:xfrm>
            <a:off x="670181" y="168812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641" name="Google Shape;641;p303"/>
          <p:cNvGraphicFramePr/>
          <p:nvPr/>
        </p:nvGraphicFramePr>
        <p:xfrm>
          <a:off x="796948"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642" name="Google Shape;642;p303"/>
          <p:cNvGrpSpPr/>
          <p:nvPr/>
        </p:nvGrpSpPr>
        <p:grpSpPr>
          <a:xfrm>
            <a:off x="4281311" y="1433141"/>
            <a:ext cx="2611315" cy="2593731"/>
            <a:chOff x="4423877" y="3182812"/>
            <a:chExt cx="2611315" cy="2593731"/>
          </a:xfrm>
        </p:grpSpPr>
        <p:sp>
          <p:nvSpPr>
            <p:cNvPr id="643" name="Google Shape;643;p303"/>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44" name="Google Shape;644;p303"/>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645" name="Google Shape;645;p303"/>
          <p:cNvSpPr txBox="1"/>
          <p:nvPr/>
        </p:nvSpPr>
        <p:spPr>
          <a:xfrm>
            <a:off x="4492326" y="168812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646" name="Google Shape;646;p303"/>
          <p:cNvGraphicFramePr/>
          <p:nvPr/>
        </p:nvGraphicFramePr>
        <p:xfrm>
          <a:off x="4619093"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647" name="Google Shape;647;p303"/>
          <p:cNvGrpSpPr/>
          <p:nvPr/>
        </p:nvGrpSpPr>
        <p:grpSpPr>
          <a:xfrm>
            <a:off x="8958819" y="1433141"/>
            <a:ext cx="2611315" cy="2593731"/>
            <a:chOff x="4423877" y="3182812"/>
            <a:chExt cx="2611315" cy="2593731"/>
          </a:xfrm>
        </p:grpSpPr>
        <p:sp>
          <p:nvSpPr>
            <p:cNvPr id="648" name="Google Shape;648;p303"/>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49" name="Google Shape;649;p303"/>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650" name="Google Shape;650;p303"/>
          <p:cNvSpPr txBox="1"/>
          <p:nvPr/>
        </p:nvSpPr>
        <p:spPr>
          <a:xfrm>
            <a:off x="9169834" y="168812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651" name="Google Shape;651;p303"/>
          <p:cNvGraphicFramePr/>
          <p:nvPr/>
        </p:nvGraphicFramePr>
        <p:xfrm>
          <a:off x="9296601"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52" name="Google Shape;652;p303"/>
          <p:cNvSpPr/>
          <p:nvPr/>
        </p:nvSpPr>
        <p:spPr>
          <a:xfrm>
            <a:off x="7385538" y="2312410"/>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53" name="Google Shape;653;p303"/>
          <p:cNvSpPr/>
          <p:nvPr/>
        </p:nvSpPr>
        <p:spPr>
          <a:xfrm>
            <a:off x="864464" y="1767254"/>
            <a:ext cx="548281" cy="545156"/>
          </a:xfrm>
          <a:prstGeom prst="flowChartAlternateProcess">
            <a:avLst/>
          </a:prstGeom>
          <a:noFill/>
          <a:ln w="25400" cap="flat" cmpd="sng">
            <a:solidFill>
              <a:srgbClr val="5077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54" name="Google Shape;654;p303"/>
          <p:cNvSpPr/>
          <p:nvPr/>
        </p:nvSpPr>
        <p:spPr>
          <a:xfrm>
            <a:off x="4689117" y="1767254"/>
            <a:ext cx="548281" cy="545156"/>
          </a:xfrm>
          <a:prstGeom prst="flowChartAlternateProcess">
            <a:avLst/>
          </a:prstGeom>
          <a:noFill/>
          <a:ln w="25400" cap="flat" cmpd="sng">
            <a:solidFill>
              <a:srgbClr val="5077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55" name="Google Shape;655;p303"/>
          <p:cNvSpPr/>
          <p:nvPr/>
        </p:nvSpPr>
        <p:spPr>
          <a:xfrm>
            <a:off x="9349039" y="1767254"/>
            <a:ext cx="548281" cy="545156"/>
          </a:xfrm>
          <a:prstGeom prst="flowChartAlternateProcess">
            <a:avLst/>
          </a:prstGeom>
          <a:noFill/>
          <a:ln w="25400" cap="flat" cmpd="sng">
            <a:solidFill>
              <a:srgbClr val="5077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56" name="Google Shape;656;p303"/>
          <p:cNvSpPr/>
          <p:nvPr/>
        </p:nvSpPr>
        <p:spPr>
          <a:xfrm>
            <a:off x="881197" y="2457428"/>
            <a:ext cx="548281" cy="545156"/>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57" name="Google Shape;657;p303"/>
          <p:cNvSpPr/>
          <p:nvPr/>
        </p:nvSpPr>
        <p:spPr>
          <a:xfrm>
            <a:off x="4705850" y="2457428"/>
            <a:ext cx="548281" cy="545156"/>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58" name="Google Shape;658;p303"/>
          <p:cNvSpPr/>
          <p:nvPr/>
        </p:nvSpPr>
        <p:spPr>
          <a:xfrm>
            <a:off x="9365772" y="2457428"/>
            <a:ext cx="548281" cy="545156"/>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59" name="Google Shape;659;p303"/>
          <p:cNvSpPr/>
          <p:nvPr/>
        </p:nvSpPr>
        <p:spPr>
          <a:xfrm>
            <a:off x="881197" y="3138887"/>
            <a:ext cx="548281" cy="545156"/>
          </a:xfrm>
          <a:prstGeom prst="flowChartAlternateProcess">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60" name="Google Shape;660;p303"/>
          <p:cNvSpPr/>
          <p:nvPr/>
        </p:nvSpPr>
        <p:spPr>
          <a:xfrm>
            <a:off x="4705850" y="3138887"/>
            <a:ext cx="548281" cy="545156"/>
          </a:xfrm>
          <a:prstGeom prst="flowChartAlternateProcess">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61" name="Google Shape;661;p303"/>
          <p:cNvSpPr/>
          <p:nvPr/>
        </p:nvSpPr>
        <p:spPr>
          <a:xfrm>
            <a:off x="9365772" y="3138887"/>
            <a:ext cx="548281" cy="545156"/>
          </a:xfrm>
          <a:prstGeom prst="flowChartAlternateProcess">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655"/>
                                        </p:tgtEl>
                                        <p:attrNameLst>
                                          <p:attrName>style.visibility</p:attrName>
                                        </p:attrNameLst>
                                      </p:cBhvr>
                                      <p:to>
                                        <p:strVal val="visible"/>
                                      </p:to>
                                    </p:set>
                                    <p:animEffect transition="in" filter="fade">
                                      <p:cBhvr>
                                        <p:cTn id="13" dur="500"/>
                                        <p:tgtEl>
                                          <p:spTgt spid="65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56"/>
                                        </p:tgtEl>
                                        <p:attrNameLst>
                                          <p:attrName>style.visibility</p:attrName>
                                        </p:attrNameLst>
                                      </p:cBhvr>
                                      <p:to>
                                        <p:strVal val="visible"/>
                                      </p:to>
                                    </p:set>
                                    <p:animEffect transition="in" filter="fade">
                                      <p:cBhvr>
                                        <p:cTn id="18" dur="500"/>
                                        <p:tgtEl>
                                          <p:spTgt spid="656"/>
                                        </p:tgtEl>
                                      </p:cBhvr>
                                    </p:animEffect>
                                  </p:childTnLst>
                                </p:cTn>
                              </p:par>
                              <p:par>
                                <p:cTn id="19" presetID="10" presetClass="entr" presetSubtype="0" fill="hold" nodeType="withEffect">
                                  <p:stCondLst>
                                    <p:cond delay="0"/>
                                  </p:stCondLst>
                                  <p:childTnLst>
                                    <p:set>
                                      <p:cBhvr>
                                        <p:cTn id="20" dur="1" fill="hold">
                                          <p:stCondLst>
                                            <p:cond delay="0"/>
                                          </p:stCondLst>
                                        </p:cTn>
                                        <p:tgtEl>
                                          <p:spTgt spid="657"/>
                                        </p:tgtEl>
                                        <p:attrNameLst>
                                          <p:attrName>style.visibility</p:attrName>
                                        </p:attrNameLst>
                                      </p:cBhvr>
                                      <p:to>
                                        <p:strVal val="visible"/>
                                      </p:to>
                                    </p:set>
                                    <p:animEffect transition="in" filter="fade">
                                      <p:cBhvr>
                                        <p:cTn id="21" dur="500"/>
                                        <p:tgtEl>
                                          <p:spTgt spid="65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58"/>
                                        </p:tgtEl>
                                        <p:attrNameLst>
                                          <p:attrName>style.visibility</p:attrName>
                                        </p:attrNameLst>
                                      </p:cBhvr>
                                      <p:to>
                                        <p:strVal val="visible"/>
                                      </p:to>
                                    </p:set>
                                    <p:animEffect transition="in" filter="fade">
                                      <p:cBhvr>
                                        <p:cTn id="26" dur="500"/>
                                        <p:tgtEl>
                                          <p:spTgt spid="65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59"/>
                                        </p:tgtEl>
                                        <p:attrNameLst>
                                          <p:attrName>style.visibility</p:attrName>
                                        </p:attrNameLst>
                                      </p:cBhvr>
                                      <p:to>
                                        <p:strVal val="visible"/>
                                      </p:to>
                                    </p:set>
                                    <p:animEffect transition="in" filter="fade">
                                      <p:cBhvr>
                                        <p:cTn id="31" dur="500"/>
                                        <p:tgtEl>
                                          <p:spTgt spid="659"/>
                                        </p:tgtEl>
                                      </p:cBhvr>
                                    </p:animEffect>
                                  </p:childTnLst>
                                </p:cTn>
                              </p:par>
                              <p:par>
                                <p:cTn id="32" presetID="10" presetClass="entr" presetSubtype="0" fill="hold" nodeType="withEffect">
                                  <p:stCondLst>
                                    <p:cond delay="0"/>
                                  </p:stCondLst>
                                  <p:childTnLst>
                                    <p:set>
                                      <p:cBhvr>
                                        <p:cTn id="33" dur="1" fill="hold">
                                          <p:stCondLst>
                                            <p:cond delay="0"/>
                                          </p:stCondLst>
                                        </p:cTn>
                                        <p:tgtEl>
                                          <p:spTgt spid="660"/>
                                        </p:tgtEl>
                                        <p:attrNameLst>
                                          <p:attrName>style.visibility</p:attrName>
                                        </p:attrNameLst>
                                      </p:cBhvr>
                                      <p:to>
                                        <p:strVal val="visible"/>
                                      </p:to>
                                    </p:set>
                                    <p:animEffect transition="in" filter="fade">
                                      <p:cBhvr>
                                        <p:cTn id="34" dur="500"/>
                                        <p:tgtEl>
                                          <p:spTgt spid="66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661"/>
                                        </p:tgtEl>
                                        <p:attrNameLst>
                                          <p:attrName>style.visibility</p:attrName>
                                        </p:attrNameLst>
                                      </p:cBhvr>
                                      <p:to>
                                        <p:strVal val="visible"/>
                                      </p:to>
                                    </p:set>
                                    <p:animEffect transition="in" filter="fade">
                                      <p:cBhvr>
                                        <p:cTn id="39" dur="500"/>
                                        <p:tgtEl>
                                          <p:spTgt spid="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30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Subtraction</a:t>
            </a:r>
            <a:endParaRPr sz="1400" b="0" i="0" u="none" strike="noStrike" cap="none">
              <a:solidFill>
                <a:srgbClr val="000000"/>
              </a:solidFill>
              <a:latin typeface="Arial"/>
              <a:ea typeface="Arial"/>
              <a:cs typeface="Arial"/>
              <a:sym typeface="Arial"/>
            </a:endParaRPr>
          </a:p>
        </p:txBody>
      </p:sp>
      <p:sp>
        <p:nvSpPr>
          <p:cNvPr id="668" name="Google Shape;668;p304"/>
          <p:cNvSpPr/>
          <p:nvPr/>
        </p:nvSpPr>
        <p:spPr>
          <a:xfrm>
            <a:off x="1929689" y="4591113"/>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Calibri"/>
                <a:ea typeface="Calibri"/>
                <a:cs typeface="Calibri"/>
                <a:sym typeface="Calibri"/>
              </a:rPr>
              <a:t>In the subtraction operation, it is mandatory for the matrices to be of equivalent dimensions as well.</a:t>
            </a:r>
            <a:endParaRPr sz="2000" b="1" i="0" u="none" strike="noStrike" cap="none" dirty="0">
              <a:solidFill>
                <a:srgbClr val="000000"/>
              </a:solidFill>
              <a:latin typeface="Calibri"/>
              <a:ea typeface="Calibri"/>
              <a:cs typeface="Calibri"/>
              <a:sym typeface="Calibri"/>
            </a:endParaRPr>
          </a:p>
        </p:txBody>
      </p:sp>
      <p:sp>
        <p:nvSpPr>
          <p:cNvPr id="669" name="Google Shape;669;p304"/>
          <p:cNvSpPr/>
          <p:nvPr/>
        </p:nvSpPr>
        <p:spPr>
          <a:xfrm>
            <a:off x="3226777" y="2391508"/>
            <a:ext cx="940777" cy="501194"/>
          </a:xfrm>
          <a:prstGeom prst="mathMinus">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670" name="Google Shape;670;p304"/>
          <p:cNvGrpSpPr/>
          <p:nvPr/>
        </p:nvGrpSpPr>
        <p:grpSpPr>
          <a:xfrm>
            <a:off x="459166" y="1433141"/>
            <a:ext cx="2611315" cy="2593731"/>
            <a:chOff x="4423877" y="3182812"/>
            <a:chExt cx="2611315" cy="2593731"/>
          </a:xfrm>
        </p:grpSpPr>
        <p:sp>
          <p:nvSpPr>
            <p:cNvPr id="671" name="Google Shape;671;p30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72" name="Google Shape;672;p30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673" name="Google Shape;673;p304"/>
          <p:cNvSpPr txBox="1"/>
          <p:nvPr/>
        </p:nvSpPr>
        <p:spPr>
          <a:xfrm>
            <a:off x="670181" y="168812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674" name="Google Shape;674;p304"/>
          <p:cNvGraphicFramePr/>
          <p:nvPr/>
        </p:nvGraphicFramePr>
        <p:xfrm>
          <a:off x="796948"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675" name="Google Shape;675;p304"/>
          <p:cNvGrpSpPr/>
          <p:nvPr/>
        </p:nvGrpSpPr>
        <p:grpSpPr>
          <a:xfrm>
            <a:off x="4281311" y="1433141"/>
            <a:ext cx="2611315" cy="2593731"/>
            <a:chOff x="4423877" y="3182812"/>
            <a:chExt cx="2611315" cy="2593731"/>
          </a:xfrm>
        </p:grpSpPr>
        <p:sp>
          <p:nvSpPr>
            <p:cNvPr id="676" name="Google Shape;676;p30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77" name="Google Shape;677;p30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678" name="Google Shape;678;p304"/>
          <p:cNvSpPr txBox="1"/>
          <p:nvPr/>
        </p:nvSpPr>
        <p:spPr>
          <a:xfrm>
            <a:off x="4492326" y="168812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679" name="Google Shape;679;p304"/>
          <p:cNvGraphicFramePr/>
          <p:nvPr/>
        </p:nvGraphicFramePr>
        <p:xfrm>
          <a:off x="4619093"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680" name="Google Shape;680;p304"/>
          <p:cNvGrpSpPr/>
          <p:nvPr/>
        </p:nvGrpSpPr>
        <p:grpSpPr>
          <a:xfrm>
            <a:off x="8958819" y="1433141"/>
            <a:ext cx="2611315" cy="2593731"/>
            <a:chOff x="4423877" y="3182812"/>
            <a:chExt cx="2611315" cy="2593731"/>
          </a:xfrm>
        </p:grpSpPr>
        <p:sp>
          <p:nvSpPr>
            <p:cNvPr id="681" name="Google Shape;681;p30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82" name="Google Shape;682;p30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683" name="Google Shape;683;p304"/>
          <p:cNvSpPr txBox="1"/>
          <p:nvPr/>
        </p:nvSpPr>
        <p:spPr>
          <a:xfrm>
            <a:off x="9169834" y="168812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684" name="Google Shape;684;p304"/>
          <p:cNvGraphicFramePr/>
          <p:nvPr/>
        </p:nvGraphicFramePr>
        <p:xfrm>
          <a:off x="9296601"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5" name="Google Shape;685;p304"/>
          <p:cNvSpPr/>
          <p:nvPr/>
        </p:nvSpPr>
        <p:spPr>
          <a:xfrm>
            <a:off x="7385538" y="2312410"/>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86" name="Google Shape;686;p304"/>
          <p:cNvSpPr/>
          <p:nvPr/>
        </p:nvSpPr>
        <p:spPr>
          <a:xfrm>
            <a:off x="864464" y="1767254"/>
            <a:ext cx="548281" cy="545156"/>
          </a:xfrm>
          <a:prstGeom prst="flowChartAlternateProcess">
            <a:avLst/>
          </a:prstGeom>
          <a:noFill/>
          <a:ln w="25400" cap="flat" cmpd="sng">
            <a:solidFill>
              <a:srgbClr val="5077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87" name="Google Shape;687;p304"/>
          <p:cNvSpPr/>
          <p:nvPr/>
        </p:nvSpPr>
        <p:spPr>
          <a:xfrm>
            <a:off x="4689117" y="1767254"/>
            <a:ext cx="548281" cy="545156"/>
          </a:xfrm>
          <a:prstGeom prst="flowChartAlternateProcess">
            <a:avLst/>
          </a:prstGeom>
          <a:noFill/>
          <a:ln w="25400" cap="flat" cmpd="sng">
            <a:solidFill>
              <a:srgbClr val="5077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88" name="Google Shape;688;p304"/>
          <p:cNvSpPr/>
          <p:nvPr/>
        </p:nvSpPr>
        <p:spPr>
          <a:xfrm>
            <a:off x="9349039" y="1767254"/>
            <a:ext cx="548281" cy="545156"/>
          </a:xfrm>
          <a:prstGeom prst="flowChartAlternateProcess">
            <a:avLst/>
          </a:prstGeom>
          <a:noFill/>
          <a:ln w="25400" cap="flat" cmpd="sng">
            <a:solidFill>
              <a:srgbClr val="5077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89" name="Google Shape;689;p304"/>
          <p:cNvSpPr/>
          <p:nvPr/>
        </p:nvSpPr>
        <p:spPr>
          <a:xfrm>
            <a:off x="881197" y="2457428"/>
            <a:ext cx="548281" cy="545156"/>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90" name="Google Shape;690;p304"/>
          <p:cNvSpPr/>
          <p:nvPr/>
        </p:nvSpPr>
        <p:spPr>
          <a:xfrm>
            <a:off x="4705850" y="2457428"/>
            <a:ext cx="548281" cy="545156"/>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91" name="Google Shape;691;p304"/>
          <p:cNvSpPr/>
          <p:nvPr/>
        </p:nvSpPr>
        <p:spPr>
          <a:xfrm>
            <a:off x="9365772" y="2457428"/>
            <a:ext cx="548281" cy="545156"/>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92" name="Google Shape;692;p304"/>
          <p:cNvSpPr/>
          <p:nvPr/>
        </p:nvSpPr>
        <p:spPr>
          <a:xfrm>
            <a:off x="881197" y="3138887"/>
            <a:ext cx="548281" cy="545156"/>
          </a:xfrm>
          <a:prstGeom prst="flowChartAlternateProcess">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93" name="Google Shape;693;p304"/>
          <p:cNvSpPr/>
          <p:nvPr/>
        </p:nvSpPr>
        <p:spPr>
          <a:xfrm>
            <a:off x="4705850" y="3138887"/>
            <a:ext cx="548281" cy="545156"/>
          </a:xfrm>
          <a:prstGeom prst="flowChartAlternateProcess">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94" name="Google Shape;694;p304"/>
          <p:cNvSpPr/>
          <p:nvPr/>
        </p:nvSpPr>
        <p:spPr>
          <a:xfrm>
            <a:off x="9365772" y="3138887"/>
            <a:ext cx="548281" cy="545156"/>
          </a:xfrm>
          <a:prstGeom prst="flowChartAlternateProcess">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306"/>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Multiplication</a:t>
            </a:r>
            <a:endParaRPr sz="1400" b="0" i="0" u="none" strike="noStrike" cap="none">
              <a:solidFill>
                <a:srgbClr val="000000"/>
              </a:solidFill>
              <a:latin typeface="Arial"/>
              <a:ea typeface="Arial"/>
              <a:cs typeface="Arial"/>
              <a:sym typeface="Arial"/>
            </a:endParaRPr>
          </a:p>
        </p:txBody>
      </p:sp>
      <p:grpSp>
        <p:nvGrpSpPr>
          <p:cNvPr id="713" name="Google Shape;713;p306"/>
          <p:cNvGrpSpPr/>
          <p:nvPr/>
        </p:nvGrpSpPr>
        <p:grpSpPr>
          <a:xfrm>
            <a:off x="459166" y="1433141"/>
            <a:ext cx="2611315" cy="2593731"/>
            <a:chOff x="4423877" y="3182812"/>
            <a:chExt cx="2611315" cy="2593731"/>
          </a:xfrm>
        </p:grpSpPr>
        <p:sp>
          <p:nvSpPr>
            <p:cNvPr id="714" name="Google Shape;714;p306"/>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15" name="Google Shape;715;p306"/>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716" name="Google Shape;716;p306"/>
          <p:cNvSpPr txBox="1"/>
          <p:nvPr/>
        </p:nvSpPr>
        <p:spPr>
          <a:xfrm>
            <a:off x="670181" y="168812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717" name="Google Shape;717;p306"/>
          <p:cNvGraphicFramePr/>
          <p:nvPr/>
        </p:nvGraphicFramePr>
        <p:xfrm>
          <a:off x="796948"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718" name="Google Shape;718;p306"/>
          <p:cNvGrpSpPr/>
          <p:nvPr/>
        </p:nvGrpSpPr>
        <p:grpSpPr>
          <a:xfrm>
            <a:off x="7587219" y="1470459"/>
            <a:ext cx="2998163" cy="2593731"/>
            <a:chOff x="4423877" y="3182812"/>
            <a:chExt cx="2998163" cy="2593731"/>
          </a:xfrm>
        </p:grpSpPr>
        <p:sp>
          <p:nvSpPr>
            <p:cNvPr id="719" name="Google Shape;719;p306"/>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20" name="Google Shape;720;p306"/>
            <p:cNvSpPr/>
            <p:nvPr/>
          </p:nvSpPr>
          <p:spPr>
            <a:xfrm>
              <a:off x="7035179"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721" name="Google Shape;721;p306"/>
          <p:cNvSpPr txBox="1"/>
          <p:nvPr/>
        </p:nvSpPr>
        <p:spPr>
          <a:xfrm>
            <a:off x="7798234" y="1725440"/>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722" name="Google Shape;722;p306"/>
          <p:cNvGraphicFramePr/>
          <p:nvPr/>
        </p:nvGraphicFramePr>
        <p:xfrm>
          <a:off x="7925001" y="1725440"/>
          <a:ext cx="2409525" cy="2057400"/>
        </p:xfrm>
        <a:graphic>
          <a:graphicData uri="http://schemas.openxmlformats.org/drawingml/2006/table">
            <a:tbl>
              <a:tblPr firstRow="1" bandRow="1">
                <a:noFill/>
                <a:tableStyleId>{E5F09473-F245-49D5-B950-E14C9893E584}</a:tableStyleId>
              </a:tblPr>
              <a:tblGrid>
                <a:gridCol w="803175">
                  <a:extLst>
                    <a:ext uri="{9D8B030D-6E8A-4147-A177-3AD203B41FA5}">
                      <a16:colId xmlns:a16="http://schemas.microsoft.com/office/drawing/2014/main" val="20000"/>
                    </a:ext>
                  </a:extLst>
                </a:gridCol>
                <a:gridCol w="803175">
                  <a:extLst>
                    <a:ext uri="{9D8B030D-6E8A-4147-A177-3AD203B41FA5}">
                      <a16:colId xmlns:a16="http://schemas.microsoft.com/office/drawing/2014/main" val="20001"/>
                    </a:ext>
                  </a:extLst>
                </a:gridCol>
                <a:gridCol w="8031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23" name="Google Shape;723;p306"/>
          <p:cNvSpPr/>
          <p:nvPr/>
        </p:nvSpPr>
        <p:spPr>
          <a:xfrm>
            <a:off x="6013938" y="2349728"/>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24" name="Google Shape;724;p306"/>
          <p:cNvSpPr/>
          <p:nvPr/>
        </p:nvSpPr>
        <p:spPr>
          <a:xfrm>
            <a:off x="1929689" y="4591113"/>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Multiplying a matrix with a scalar will yield the resultant matrix that will have each element multiplied with the scalar. </a:t>
            </a:r>
            <a:endParaRPr sz="2000" b="1" i="0" u="none" strike="noStrike" cap="none">
              <a:solidFill>
                <a:srgbClr val="000000"/>
              </a:solidFill>
              <a:latin typeface="Calibri"/>
              <a:ea typeface="Calibri"/>
              <a:cs typeface="Calibri"/>
              <a:sym typeface="Calibri"/>
            </a:endParaRPr>
          </a:p>
        </p:txBody>
      </p:sp>
      <p:sp>
        <p:nvSpPr>
          <p:cNvPr id="725" name="Google Shape;725;p306"/>
          <p:cNvSpPr/>
          <p:nvPr/>
        </p:nvSpPr>
        <p:spPr>
          <a:xfrm>
            <a:off x="3253154" y="2242071"/>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26" name="Google Shape;726;p306"/>
          <p:cNvSpPr txBox="1"/>
          <p:nvPr/>
        </p:nvSpPr>
        <p:spPr>
          <a:xfrm>
            <a:off x="4510454" y="2316709"/>
            <a:ext cx="888023" cy="646331"/>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3600" b="1" i="0" u="none" strike="noStrike" cap="none">
                <a:solidFill>
                  <a:srgbClr val="000000"/>
                </a:solidFill>
                <a:latin typeface="Arial"/>
                <a:ea typeface="Arial"/>
                <a:cs typeface="Arial"/>
                <a:sym typeface="Arial"/>
              </a:rPr>
              <a:t>2</a:t>
            </a:r>
            <a:endParaRPr sz="3600" b="1" i="0" u="none" strike="noStrike" cap="none">
              <a:solidFill>
                <a:srgbClr val="000000"/>
              </a:solidFill>
              <a:latin typeface="Arial"/>
              <a:ea typeface="Arial"/>
              <a:cs typeface="Arial"/>
              <a:sym typeface="Arial"/>
            </a:endParaRPr>
          </a:p>
        </p:txBody>
      </p:sp>
      <p:sp>
        <p:nvSpPr>
          <p:cNvPr id="727" name="Google Shape;727;p306"/>
          <p:cNvSpPr/>
          <p:nvPr/>
        </p:nvSpPr>
        <p:spPr>
          <a:xfrm>
            <a:off x="881197" y="1725440"/>
            <a:ext cx="560741" cy="591269"/>
          </a:xfrm>
          <a:prstGeom prst="flowChartAlternateProcess">
            <a:avLst/>
          </a:prstGeom>
          <a:no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28" name="Google Shape;728;p306"/>
          <p:cNvSpPr/>
          <p:nvPr/>
        </p:nvSpPr>
        <p:spPr>
          <a:xfrm>
            <a:off x="8009250" y="1725441"/>
            <a:ext cx="657455" cy="694672"/>
          </a:xfrm>
          <a:prstGeom prst="flowChartAlternateProcess">
            <a:avLst/>
          </a:prstGeom>
          <a:no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29" name="Google Shape;729;p306"/>
          <p:cNvSpPr/>
          <p:nvPr/>
        </p:nvSpPr>
        <p:spPr>
          <a:xfrm>
            <a:off x="4674094" y="2371771"/>
            <a:ext cx="560741" cy="591269"/>
          </a:xfrm>
          <a:prstGeom prst="flowChartAlternateProcess">
            <a:avLst/>
          </a:prstGeom>
          <a:no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30" name="Google Shape;730;p306"/>
          <p:cNvSpPr/>
          <p:nvPr/>
        </p:nvSpPr>
        <p:spPr>
          <a:xfrm>
            <a:off x="881197" y="2471689"/>
            <a:ext cx="560741" cy="591269"/>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31" name="Google Shape;731;p306"/>
          <p:cNvSpPr/>
          <p:nvPr/>
        </p:nvSpPr>
        <p:spPr>
          <a:xfrm>
            <a:off x="4679932" y="2381638"/>
            <a:ext cx="560741" cy="591269"/>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32" name="Google Shape;732;p306"/>
          <p:cNvSpPr/>
          <p:nvPr/>
        </p:nvSpPr>
        <p:spPr>
          <a:xfrm>
            <a:off x="8009250" y="2471689"/>
            <a:ext cx="657455" cy="591269"/>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7"/>
                                        </p:tgtEl>
                                        <p:attrNameLst>
                                          <p:attrName>style.visibility</p:attrName>
                                        </p:attrNameLst>
                                      </p:cBhvr>
                                      <p:to>
                                        <p:strVal val="visible"/>
                                      </p:to>
                                    </p:set>
                                    <p:animEffect transition="in" filter="fade">
                                      <p:cBhvr>
                                        <p:cTn id="7" dur="500"/>
                                        <p:tgtEl>
                                          <p:spTgt spid="7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9"/>
                                        </p:tgtEl>
                                        <p:attrNameLst>
                                          <p:attrName>style.visibility</p:attrName>
                                        </p:attrNameLst>
                                      </p:cBhvr>
                                      <p:to>
                                        <p:strVal val="visible"/>
                                      </p:to>
                                    </p:set>
                                    <p:animEffect transition="in" filter="fade">
                                      <p:cBhvr>
                                        <p:cTn id="12" dur="500"/>
                                        <p:tgtEl>
                                          <p:spTgt spid="7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8"/>
                                        </p:tgtEl>
                                        <p:attrNameLst>
                                          <p:attrName>style.visibility</p:attrName>
                                        </p:attrNameLst>
                                      </p:cBhvr>
                                      <p:to>
                                        <p:strVal val="visible"/>
                                      </p:to>
                                    </p:set>
                                    <p:animEffect transition="in" filter="fade">
                                      <p:cBhvr>
                                        <p:cTn id="17" dur="500"/>
                                        <p:tgtEl>
                                          <p:spTgt spid="7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30"/>
                                        </p:tgtEl>
                                        <p:attrNameLst>
                                          <p:attrName>style.visibility</p:attrName>
                                        </p:attrNameLst>
                                      </p:cBhvr>
                                      <p:to>
                                        <p:strVal val="visible"/>
                                      </p:to>
                                    </p:set>
                                    <p:animEffect transition="in" filter="fade">
                                      <p:cBhvr>
                                        <p:cTn id="22" dur="500"/>
                                        <p:tgtEl>
                                          <p:spTgt spid="7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31"/>
                                        </p:tgtEl>
                                        <p:attrNameLst>
                                          <p:attrName>style.visibility</p:attrName>
                                        </p:attrNameLst>
                                      </p:cBhvr>
                                      <p:to>
                                        <p:strVal val="visible"/>
                                      </p:to>
                                    </p:set>
                                    <p:animEffect transition="in" filter="fade">
                                      <p:cBhvr>
                                        <p:cTn id="27" dur="500"/>
                                        <p:tgtEl>
                                          <p:spTgt spid="7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32"/>
                                        </p:tgtEl>
                                        <p:attrNameLst>
                                          <p:attrName>style.visibility</p:attrName>
                                        </p:attrNameLst>
                                      </p:cBhvr>
                                      <p:to>
                                        <p:strVal val="visible"/>
                                      </p:to>
                                    </p:set>
                                    <p:animEffect transition="in" filter="fade">
                                      <p:cBhvr>
                                        <p:cTn id="32" dur="500"/>
                                        <p:tgtEl>
                                          <p:spTgt spid="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309"/>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Vector Multiplication</a:t>
            </a:r>
            <a:endParaRPr/>
          </a:p>
        </p:txBody>
      </p:sp>
      <p:grpSp>
        <p:nvGrpSpPr>
          <p:cNvPr id="769" name="Google Shape;769;p309"/>
          <p:cNvGrpSpPr/>
          <p:nvPr/>
        </p:nvGrpSpPr>
        <p:grpSpPr>
          <a:xfrm>
            <a:off x="622806" y="1806873"/>
            <a:ext cx="2611315" cy="2593731"/>
            <a:chOff x="4423877" y="3182812"/>
            <a:chExt cx="2611315" cy="2593731"/>
          </a:xfrm>
        </p:grpSpPr>
        <p:sp>
          <p:nvSpPr>
            <p:cNvPr id="770" name="Google Shape;770;p309"/>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71" name="Google Shape;771;p309"/>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772" name="Google Shape;772;p309"/>
          <p:cNvSpPr txBox="1"/>
          <p:nvPr/>
        </p:nvSpPr>
        <p:spPr>
          <a:xfrm>
            <a:off x="833821" y="2061854"/>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773" name="Google Shape;773;p309"/>
          <p:cNvGraphicFramePr/>
          <p:nvPr/>
        </p:nvGraphicFramePr>
        <p:xfrm>
          <a:off x="960588" y="2061854"/>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74" name="Google Shape;774;p309"/>
          <p:cNvSpPr/>
          <p:nvPr/>
        </p:nvSpPr>
        <p:spPr>
          <a:xfrm>
            <a:off x="3416794" y="2615803"/>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775" name="Google Shape;775;p309"/>
          <p:cNvGrpSpPr/>
          <p:nvPr/>
        </p:nvGrpSpPr>
        <p:grpSpPr>
          <a:xfrm>
            <a:off x="4368329" y="1844189"/>
            <a:ext cx="1151843" cy="2593731"/>
            <a:chOff x="4423877" y="3182812"/>
            <a:chExt cx="1151843" cy="2593731"/>
          </a:xfrm>
        </p:grpSpPr>
        <p:sp>
          <p:nvSpPr>
            <p:cNvPr id="776" name="Google Shape;776;p309"/>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77" name="Google Shape;777;p309"/>
            <p:cNvSpPr/>
            <p:nvPr/>
          </p:nvSpPr>
          <p:spPr>
            <a:xfrm>
              <a:off x="5188859"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778" name="Google Shape;778;p309"/>
          <p:cNvGraphicFramePr/>
          <p:nvPr/>
        </p:nvGraphicFramePr>
        <p:xfrm>
          <a:off x="4717699" y="2063701"/>
          <a:ext cx="500175" cy="2086275"/>
        </p:xfrm>
        <a:graphic>
          <a:graphicData uri="http://schemas.openxmlformats.org/drawingml/2006/table">
            <a:tbl>
              <a:tblPr firstRow="1" bandRow="1">
                <a:noFill/>
                <a:tableStyleId>{F70B0D8F-0185-44C2-A38C-8BAEE8BBAAC8}</a:tableStyleId>
              </a:tblPr>
              <a:tblGrid>
                <a:gridCol w="500175">
                  <a:extLst>
                    <a:ext uri="{9D8B030D-6E8A-4147-A177-3AD203B41FA5}">
                      <a16:colId xmlns:a16="http://schemas.microsoft.com/office/drawing/2014/main" val="20000"/>
                    </a:ext>
                  </a:extLst>
                </a:gridCol>
              </a:tblGrid>
              <a:tr h="695425">
                <a:tc>
                  <a:txBody>
                    <a:bodyPr/>
                    <a:lstStyle/>
                    <a:p>
                      <a:pPr marL="0" marR="0" lvl="0" indent="0" algn="ctr" rtl="0">
                        <a:lnSpc>
                          <a:spcPct val="100000"/>
                        </a:lnSpc>
                        <a:spcBef>
                          <a:spcPts val="0"/>
                        </a:spcBef>
                        <a:spcAft>
                          <a:spcPts val="0"/>
                        </a:spcAft>
                        <a:buNone/>
                      </a:pPr>
                      <a:r>
                        <a:rPr lang="en-US" sz="3600" b="1" u="none" strike="noStrike" cap="none"/>
                        <a:t>1</a:t>
                      </a:r>
                      <a:endParaRPr sz="3600" b="1" u="none" strike="noStrike" cap="none"/>
                    </a:p>
                  </a:txBody>
                  <a:tcPr marL="91450" marR="91450" marT="45725" marB="45725" anchor="ctr"/>
                </a:tc>
                <a:extLst>
                  <a:ext uri="{0D108BD9-81ED-4DB2-BD59-A6C34878D82A}">
                    <a16:rowId xmlns:a16="http://schemas.microsoft.com/office/drawing/2014/main" val="10000"/>
                  </a:ext>
                </a:extLst>
              </a:tr>
              <a:tr h="695425">
                <a:tc>
                  <a:txBody>
                    <a:bodyPr/>
                    <a:lstStyle/>
                    <a:p>
                      <a:pPr marL="0" marR="0" lvl="0" indent="0" algn="ctr" rtl="0">
                        <a:lnSpc>
                          <a:spcPct val="100000"/>
                        </a:lnSpc>
                        <a:spcBef>
                          <a:spcPts val="0"/>
                        </a:spcBef>
                        <a:spcAft>
                          <a:spcPts val="0"/>
                        </a:spcAft>
                        <a:buNone/>
                      </a:pPr>
                      <a:r>
                        <a:rPr lang="en-US" sz="3600" b="1" u="none" strike="noStrike" cap="none"/>
                        <a:t>2</a:t>
                      </a:r>
                      <a:endParaRPr sz="3600" b="1" u="none" strike="noStrike" cap="none"/>
                    </a:p>
                  </a:txBody>
                  <a:tcPr marL="91450" marR="91450" marT="45725" marB="45725" anchor="ctr"/>
                </a:tc>
                <a:extLst>
                  <a:ext uri="{0D108BD9-81ED-4DB2-BD59-A6C34878D82A}">
                    <a16:rowId xmlns:a16="http://schemas.microsoft.com/office/drawing/2014/main" val="10001"/>
                  </a:ext>
                </a:extLst>
              </a:tr>
              <a:tr h="695425">
                <a:tc>
                  <a:txBody>
                    <a:bodyPr/>
                    <a:lstStyle/>
                    <a:p>
                      <a:pPr marL="0" marR="0" lvl="0" indent="0" algn="ctr" rtl="0">
                        <a:lnSpc>
                          <a:spcPct val="100000"/>
                        </a:lnSpc>
                        <a:spcBef>
                          <a:spcPts val="0"/>
                        </a:spcBef>
                        <a:spcAft>
                          <a:spcPts val="0"/>
                        </a:spcAft>
                        <a:buNone/>
                      </a:pPr>
                      <a:r>
                        <a:rPr lang="en-US" sz="3600" b="1" u="none" strike="noStrike" cap="none"/>
                        <a:t>4</a:t>
                      </a:r>
                      <a:endParaRPr sz="3600" b="1" u="none" strike="noStrike" cap="none"/>
                    </a:p>
                  </a:txBody>
                  <a:tcPr marL="91450" marR="91450" marT="45725" marB="45725" anchor="ctr"/>
                </a:tc>
                <a:extLst>
                  <a:ext uri="{0D108BD9-81ED-4DB2-BD59-A6C34878D82A}">
                    <a16:rowId xmlns:a16="http://schemas.microsoft.com/office/drawing/2014/main" val="10002"/>
                  </a:ext>
                </a:extLst>
              </a:tr>
            </a:tbl>
          </a:graphicData>
        </a:graphic>
      </p:graphicFrame>
      <p:sp>
        <p:nvSpPr>
          <p:cNvPr id="779" name="Google Shape;779;p309"/>
          <p:cNvSpPr/>
          <p:nvPr/>
        </p:nvSpPr>
        <p:spPr>
          <a:xfrm>
            <a:off x="6013938" y="2692623"/>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80" name="Google Shape;780;p309"/>
          <p:cNvSpPr/>
          <p:nvPr/>
        </p:nvSpPr>
        <p:spPr>
          <a:xfrm>
            <a:off x="7702062" y="1675702"/>
            <a:ext cx="3921370" cy="410963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While multiplying a matrix with a column vector, we must  figure out the dimensions of the resultant matrix. For this, the rows of the first matrix and the columns of the second matrix will be the dimensions of the resultant matrix. </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310"/>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Vector Multiplication</a:t>
            </a:r>
            <a:endParaRPr/>
          </a:p>
        </p:txBody>
      </p:sp>
      <p:grpSp>
        <p:nvGrpSpPr>
          <p:cNvPr id="787" name="Google Shape;787;p310"/>
          <p:cNvGrpSpPr/>
          <p:nvPr/>
        </p:nvGrpSpPr>
        <p:grpSpPr>
          <a:xfrm>
            <a:off x="622806" y="1806873"/>
            <a:ext cx="2611315" cy="2593731"/>
            <a:chOff x="4423877" y="3182812"/>
            <a:chExt cx="2611315" cy="2593731"/>
          </a:xfrm>
        </p:grpSpPr>
        <p:sp>
          <p:nvSpPr>
            <p:cNvPr id="788" name="Google Shape;788;p310"/>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89" name="Google Shape;789;p310"/>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790" name="Google Shape;790;p310"/>
          <p:cNvSpPr txBox="1"/>
          <p:nvPr/>
        </p:nvSpPr>
        <p:spPr>
          <a:xfrm>
            <a:off x="833821" y="2061854"/>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791" name="Google Shape;791;p310"/>
          <p:cNvGraphicFramePr/>
          <p:nvPr/>
        </p:nvGraphicFramePr>
        <p:xfrm>
          <a:off x="960588" y="2061854"/>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92" name="Google Shape;792;p310"/>
          <p:cNvSpPr/>
          <p:nvPr/>
        </p:nvSpPr>
        <p:spPr>
          <a:xfrm>
            <a:off x="3416794" y="2615803"/>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793" name="Google Shape;793;p310"/>
          <p:cNvGrpSpPr/>
          <p:nvPr/>
        </p:nvGrpSpPr>
        <p:grpSpPr>
          <a:xfrm>
            <a:off x="4368329" y="1844189"/>
            <a:ext cx="1151843" cy="2593731"/>
            <a:chOff x="4423877" y="3182812"/>
            <a:chExt cx="1151843" cy="2593731"/>
          </a:xfrm>
        </p:grpSpPr>
        <p:sp>
          <p:nvSpPr>
            <p:cNvPr id="794" name="Google Shape;794;p310"/>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95" name="Google Shape;795;p310"/>
            <p:cNvSpPr/>
            <p:nvPr/>
          </p:nvSpPr>
          <p:spPr>
            <a:xfrm>
              <a:off x="5188859"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796" name="Google Shape;796;p310"/>
          <p:cNvGraphicFramePr/>
          <p:nvPr/>
        </p:nvGraphicFramePr>
        <p:xfrm>
          <a:off x="4717699" y="2063701"/>
          <a:ext cx="500175" cy="2086275"/>
        </p:xfrm>
        <a:graphic>
          <a:graphicData uri="http://schemas.openxmlformats.org/drawingml/2006/table">
            <a:tbl>
              <a:tblPr firstRow="1" bandRow="1">
                <a:noFill/>
                <a:tableStyleId>{F70B0D8F-0185-44C2-A38C-8BAEE8BBAAC8}</a:tableStyleId>
              </a:tblPr>
              <a:tblGrid>
                <a:gridCol w="500175">
                  <a:extLst>
                    <a:ext uri="{9D8B030D-6E8A-4147-A177-3AD203B41FA5}">
                      <a16:colId xmlns:a16="http://schemas.microsoft.com/office/drawing/2014/main" val="20000"/>
                    </a:ext>
                  </a:extLst>
                </a:gridCol>
              </a:tblGrid>
              <a:tr h="695425">
                <a:tc>
                  <a:txBody>
                    <a:bodyPr/>
                    <a:lstStyle/>
                    <a:p>
                      <a:pPr marL="0" marR="0" lvl="0" indent="0" algn="ctr" rtl="0">
                        <a:lnSpc>
                          <a:spcPct val="100000"/>
                        </a:lnSpc>
                        <a:spcBef>
                          <a:spcPts val="0"/>
                        </a:spcBef>
                        <a:spcAft>
                          <a:spcPts val="0"/>
                        </a:spcAft>
                        <a:buNone/>
                      </a:pPr>
                      <a:r>
                        <a:rPr lang="en-US" sz="3600" b="1" u="none" strike="noStrike" cap="none"/>
                        <a:t>1</a:t>
                      </a:r>
                      <a:endParaRPr sz="3600" b="1" u="none" strike="noStrike" cap="none"/>
                    </a:p>
                  </a:txBody>
                  <a:tcPr marL="91450" marR="91450" marT="45725" marB="45725" anchor="ctr"/>
                </a:tc>
                <a:extLst>
                  <a:ext uri="{0D108BD9-81ED-4DB2-BD59-A6C34878D82A}">
                    <a16:rowId xmlns:a16="http://schemas.microsoft.com/office/drawing/2014/main" val="10000"/>
                  </a:ext>
                </a:extLst>
              </a:tr>
              <a:tr h="695425">
                <a:tc>
                  <a:txBody>
                    <a:bodyPr/>
                    <a:lstStyle/>
                    <a:p>
                      <a:pPr marL="0" marR="0" lvl="0" indent="0" algn="ctr" rtl="0">
                        <a:lnSpc>
                          <a:spcPct val="100000"/>
                        </a:lnSpc>
                        <a:spcBef>
                          <a:spcPts val="0"/>
                        </a:spcBef>
                        <a:spcAft>
                          <a:spcPts val="0"/>
                        </a:spcAft>
                        <a:buNone/>
                      </a:pPr>
                      <a:r>
                        <a:rPr lang="en-US" sz="3600" b="1" u="none" strike="noStrike" cap="none"/>
                        <a:t>2</a:t>
                      </a:r>
                      <a:endParaRPr sz="3600" b="1" u="none" strike="noStrike" cap="none"/>
                    </a:p>
                  </a:txBody>
                  <a:tcPr marL="91450" marR="91450" marT="45725" marB="45725" anchor="ctr"/>
                </a:tc>
                <a:extLst>
                  <a:ext uri="{0D108BD9-81ED-4DB2-BD59-A6C34878D82A}">
                    <a16:rowId xmlns:a16="http://schemas.microsoft.com/office/drawing/2014/main" val="10001"/>
                  </a:ext>
                </a:extLst>
              </a:tr>
              <a:tr h="695425">
                <a:tc>
                  <a:txBody>
                    <a:bodyPr/>
                    <a:lstStyle/>
                    <a:p>
                      <a:pPr marL="0" marR="0" lvl="0" indent="0" algn="ctr" rtl="0">
                        <a:lnSpc>
                          <a:spcPct val="100000"/>
                        </a:lnSpc>
                        <a:spcBef>
                          <a:spcPts val="0"/>
                        </a:spcBef>
                        <a:spcAft>
                          <a:spcPts val="0"/>
                        </a:spcAft>
                        <a:buNone/>
                      </a:pPr>
                      <a:r>
                        <a:rPr lang="en-US" sz="3600" b="1" u="none" strike="noStrike" cap="none"/>
                        <a:t>4</a:t>
                      </a:r>
                      <a:endParaRPr sz="3600" b="1" u="none" strike="noStrike" cap="none"/>
                    </a:p>
                  </a:txBody>
                  <a:tcPr marL="91450" marR="91450" marT="45725" marB="45725" anchor="ctr"/>
                </a:tc>
                <a:extLst>
                  <a:ext uri="{0D108BD9-81ED-4DB2-BD59-A6C34878D82A}">
                    <a16:rowId xmlns:a16="http://schemas.microsoft.com/office/drawing/2014/main" val="10002"/>
                  </a:ext>
                </a:extLst>
              </a:tr>
            </a:tbl>
          </a:graphicData>
        </a:graphic>
      </p:graphicFrame>
      <p:sp>
        <p:nvSpPr>
          <p:cNvPr id="797" name="Google Shape;797;p310"/>
          <p:cNvSpPr/>
          <p:nvPr/>
        </p:nvSpPr>
        <p:spPr>
          <a:xfrm>
            <a:off x="6013938" y="2692623"/>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98" name="Google Shape;798;p310"/>
          <p:cNvSpPr/>
          <p:nvPr/>
        </p:nvSpPr>
        <p:spPr>
          <a:xfrm>
            <a:off x="7702062" y="1675702"/>
            <a:ext cx="3921370" cy="410963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The dimensions of the first matrix is 3x3 and that of the second matrix is 3x1. Therefore, the dimensions of the resultant matrix will be 3x1.  </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311"/>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Vector Multiplication</a:t>
            </a:r>
            <a:endParaRPr/>
          </a:p>
        </p:txBody>
      </p:sp>
      <p:grpSp>
        <p:nvGrpSpPr>
          <p:cNvPr id="805" name="Google Shape;805;p311"/>
          <p:cNvGrpSpPr/>
          <p:nvPr/>
        </p:nvGrpSpPr>
        <p:grpSpPr>
          <a:xfrm>
            <a:off x="1160724" y="1281621"/>
            <a:ext cx="2611315" cy="2593731"/>
            <a:chOff x="4423877" y="3182812"/>
            <a:chExt cx="2611315" cy="2593731"/>
          </a:xfrm>
        </p:grpSpPr>
        <p:sp>
          <p:nvSpPr>
            <p:cNvPr id="806" name="Google Shape;806;p311"/>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807" name="Google Shape;807;p311"/>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808" name="Google Shape;808;p311"/>
          <p:cNvSpPr txBox="1"/>
          <p:nvPr/>
        </p:nvSpPr>
        <p:spPr>
          <a:xfrm>
            <a:off x="1371739" y="1536602"/>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809" name="Google Shape;809;p311"/>
          <p:cNvGraphicFramePr/>
          <p:nvPr/>
        </p:nvGraphicFramePr>
        <p:xfrm>
          <a:off x="1498506" y="153660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810" name="Google Shape;810;p311"/>
          <p:cNvSpPr/>
          <p:nvPr/>
        </p:nvSpPr>
        <p:spPr>
          <a:xfrm>
            <a:off x="3954712" y="2090551"/>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811" name="Google Shape;811;p311"/>
          <p:cNvGrpSpPr/>
          <p:nvPr/>
        </p:nvGrpSpPr>
        <p:grpSpPr>
          <a:xfrm>
            <a:off x="4906247" y="1318937"/>
            <a:ext cx="1151843" cy="2593731"/>
            <a:chOff x="4423877" y="3182812"/>
            <a:chExt cx="1151843" cy="2593731"/>
          </a:xfrm>
        </p:grpSpPr>
        <p:sp>
          <p:nvSpPr>
            <p:cNvPr id="812" name="Google Shape;812;p311"/>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813" name="Google Shape;813;p311"/>
            <p:cNvSpPr/>
            <p:nvPr/>
          </p:nvSpPr>
          <p:spPr>
            <a:xfrm>
              <a:off x="5188859"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814" name="Google Shape;814;p311"/>
          <p:cNvGraphicFramePr/>
          <p:nvPr/>
        </p:nvGraphicFramePr>
        <p:xfrm>
          <a:off x="5255617" y="1538449"/>
          <a:ext cx="500175" cy="2086275"/>
        </p:xfrm>
        <a:graphic>
          <a:graphicData uri="http://schemas.openxmlformats.org/drawingml/2006/table">
            <a:tbl>
              <a:tblPr firstRow="1" bandRow="1">
                <a:noFill/>
                <a:tableStyleId>{F70B0D8F-0185-44C2-A38C-8BAEE8BBAAC8}</a:tableStyleId>
              </a:tblPr>
              <a:tblGrid>
                <a:gridCol w="500175">
                  <a:extLst>
                    <a:ext uri="{9D8B030D-6E8A-4147-A177-3AD203B41FA5}">
                      <a16:colId xmlns:a16="http://schemas.microsoft.com/office/drawing/2014/main" val="20000"/>
                    </a:ext>
                  </a:extLst>
                </a:gridCol>
              </a:tblGrid>
              <a:tr h="695425">
                <a:tc>
                  <a:txBody>
                    <a:bodyPr/>
                    <a:lstStyle/>
                    <a:p>
                      <a:pPr marL="0" marR="0" lvl="0" indent="0" algn="ctr" rtl="0">
                        <a:lnSpc>
                          <a:spcPct val="100000"/>
                        </a:lnSpc>
                        <a:spcBef>
                          <a:spcPts val="0"/>
                        </a:spcBef>
                        <a:spcAft>
                          <a:spcPts val="0"/>
                        </a:spcAft>
                        <a:buNone/>
                      </a:pPr>
                      <a:r>
                        <a:rPr lang="en-US" sz="3600" b="1" u="none" strike="noStrike" cap="none"/>
                        <a:t>1</a:t>
                      </a:r>
                      <a:endParaRPr sz="3600" b="1" u="none" strike="noStrike" cap="none"/>
                    </a:p>
                  </a:txBody>
                  <a:tcPr marL="91450" marR="91450" marT="45725" marB="45725" anchor="ctr"/>
                </a:tc>
                <a:extLst>
                  <a:ext uri="{0D108BD9-81ED-4DB2-BD59-A6C34878D82A}">
                    <a16:rowId xmlns:a16="http://schemas.microsoft.com/office/drawing/2014/main" val="10000"/>
                  </a:ext>
                </a:extLst>
              </a:tr>
              <a:tr h="695425">
                <a:tc>
                  <a:txBody>
                    <a:bodyPr/>
                    <a:lstStyle/>
                    <a:p>
                      <a:pPr marL="0" marR="0" lvl="0" indent="0" algn="ctr" rtl="0">
                        <a:lnSpc>
                          <a:spcPct val="100000"/>
                        </a:lnSpc>
                        <a:spcBef>
                          <a:spcPts val="0"/>
                        </a:spcBef>
                        <a:spcAft>
                          <a:spcPts val="0"/>
                        </a:spcAft>
                        <a:buNone/>
                      </a:pPr>
                      <a:r>
                        <a:rPr lang="en-US" sz="3600" b="1" u="none" strike="noStrike" cap="none"/>
                        <a:t>2</a:t>
                      </a:r>
                      <a:endParaRPr sz="3600" b="1" u="none" strike="noStrike" cap="none"/>
                    </a:p>
                  </a:txBody>
                  <a:tcPr marL="91450" marR="91450" marT="45725" marB="45725" anchor="ctr"/>
                </a:tc>
                <a:extLst>
                  <a:ext uri="{0D108BD9-81ED-4DB2-BD59-A6C34878D82A}">
                    <a16:rowId xmlns:a16="http://schemas.microsoft.com/office/drawing/2014/main" val="10001"/>
                  </a:ext>
                </a:extLst>
              </a:tr>
              <a:tr h="695425">
                <a:tc>
                  <a:txBody>
                    <a:bodyPr/>
                    <a:lstStyle/>
                    <a:p>
                      <a:pPr marL="0" marR="0" lvl="0" indent="0" algn="ctr" rtl="0">
                        <a:lnSpc>
                          <a:spcPct val="100000"/>
                        </a:lnSpc>
                        <a:spcBef>
                          <a:spcPts val="0"/>
                        </a:spcBef>
                        <a:spcAft>
                          <a:spcPts val="0"/>
                        </a:spcAft>
                        <a:buNone/>
                      </a:pPr>
                      <a:r>
                        <a:rPr lang="en-US" sz="3600" b="1" u="none" strike="noStrike" cap="none"/>
                        <a:t>4</a:t>
                      </a:r>
                      <a:endParaRPr sz="3600" b="1" u="none" strike="noStrike" cap="none"/>
                    </a:p>
                  </a:txBody>
                  <a:tcPr marL="91450" marR="91450" marT="45725" marB="45725" anchor="ctr"/>
                </a:tc>
                <a:extLst>
                  <a:ext uri="{0D108BD9-81ED-4DB2-BD59-A6C34878D82A}">
                    <a16:rowId xmlns:a16="http://schemas.microsoft.com/office/drawing/2014/main" val="10002"/>
                  </a:ext>
                </a:extLst>
              </a:tr>
            </a:tbl>
          </a:graphicData>
        </a:graphic>
      </p:graphicFrame>
      <p:sp>
        <p:nvSpPr>
          <p:cNvPr id="815" name="Google Shape;815;p311"/>
          <p:cNvSpPr/>
          <p:nvPr/>
        </p:nvSpPr>
        <p:spPr>
          <a:xfrm>
            <a:off x="6551856" y="2167371"/>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nvGrpSpPr>
          <p:cNvPr id="816" name="Google Shape;816;p311"/>
          <p:cNvGrpSpPr/>
          <p:nvPr/>
        </p:nvGrpSpPr>
        <p:grpSpPr>
          <a:xfrm>
            <a:off x="8827617" y="1318937"/>
            <a:ext cx="1151843" cy="2593731"/>
            <a:chOff x="4423877" y="3182812"/>
            <a:chExt cx="1151843" cy="2593731"/>
          </a:xfrm>
        </p:grpSpPr>
        <p:sp>
          <p:nvSpPr>
            <p:cNvPr id="817" name="Google Shape;817;p311"/>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818" name="Google Shape;818;p311"/>
            <p:cNvSpPr/>
            <p:nvPr/>
          </p:nvSpPr>
          <p:spPr>
            <a:xfrm>
              <a:off x="5188859"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819" name="Google Shape;819;p311"/>
          <p:cNvGraphicFramePr/>
          <p:nvPr/>
        </p:nvGraphicFramePr>
        <p:xfrm>
          <a:off x="9127721" y="1535353"/>
          <a:ext cx="500175" cy="2086275"/>
        </p:xfrm>
        <a:graphic>
          <a:graphicData uri="http://schemas.openxmlformats.org/drawingml/2006/table">
            <a:tbl>
              <a:tblPr firstRow="1" bandRow="1">
                <a:noFill/>
                <a:tableStyleId>{F70B0D8F-0185-44C2-A38C-8BAEE8BBAAC8}</a:tableStyleId>
              </a:tblPr>
              <a:tblGrid>
                <a:gridCol w="500175">
                  <a:extLst>
                    <a:ext uri="{9D8B030D-6E8A-4147-A177-3AD203B41FA5}">
                      <a16:colId xmlns:a16="http://schemas.microsoft.com/office/drawing/2014/main" val="20000"/>
                    </a:ext>
                  </a:extLst>
                </a:gridCol>
              </a:tblGrid>
              <a:tr h="695425">
                <a:tc>
                  <a:txBody>
                    <a:bodyPr/>
                    <a:lstStyle/>
                    <a:p>
                      <a:pPr marL="0" marR="0" lvl="0" indent="0" algn="ctr" rtl="0">
                        <a:lnSpc>
                          <a:spcPct val="100000"/>
                        </a:lnSpc>
                        <a:spcBef>
                          <a:spcPts val="0"/>
                        </a:spcBef>
                        <a:spcAft>
                          <a:spcPts val="0"/>
                        </a:spcAft>
                        <a:buNone/>
                      </a:pPr>
                      <a:r>
                        <a:rPr lang="en-US" sz="3600" b="1" u="none" strike="noStrike" cap="none"/>
                        <a:t>X</a:t>
                      </a:r>
                      <a:endParaRPr sz="3600" b="1" u="none" strike="noStrike" cap="none"/>
                    </a:p>
                  </a:txBody>
                  <a:tcPr marL="91450" marR="91450" marT="45725" marB="45725" anchor="ctr"/>
                </a:tc>
                <a:extLst>
                  <a:ext uri="{0D108BD9-81ED-4DB2-BD59-A6C34878D82A}">
                    <a16:rowId xmlns:a16="http://schemas.microsoft.com/office/drawing/2014/main" val="10000"/>
                  </a:ext>
                </a:extLst>
              </a:tr>
              <a:tr h="695425">
                <a:tc>
                  <a:txBody>
                    <a:bodyPr/>
                    <a:lstStyle/>
                    <a:p>
                      <a:pPr marL="0" marR="0" lvl="0" indent="0" algn="ctr" rtl="0">
                        <a:lnSpc>
                          <a:spcPct val="100000"/>
                        </a:lnSpc>
                        <a:spcBef>
                          <a:spcPts val="0"/>
                        </a:spcBef>
                        <a:spcAft>
                          <a:spcPts val="0"/>
                        </a:spcAft>
                        <a:buNone/>
                      </a:pPr>
                      <a:r>
                        <a:rPr lang="en-US" sz="3600" b="1" u="none" strike="noStrike" cap="none"/>
                        <a:t>Y</a:t>
                      </a:r>
                      <a:endParaRPr sz="3600" b="1" u="none" strike="noStrike" cap="none"/>
                    </a:p>
                  </a:txBody>
                  <a:tcPr marL="91450" marR="91450" marT="45725" marB="45725" anchor="ctr"/>
                </a:tc>
                <a:extLst>
                  <a:ext uri="{0D108BD9-81ED-4DB2-BD59-A6C34878D82A}">
                    <a16:rowId xmlns:a16="http://schemas.microsoft.com/office/drawing/2014/main" val="10001"/>
                  </a:ext>
                </a:extLst>
              </a:tr>
              <a:tr h="695425">
                <a:tc>
                  <a:txBody>
                    <a:bodyPr/>
                    <a:lstStyle/>
                    <a:p>
                      <a:pPr marL="0" marR="0" lvl="0" indent="0" algn="ctr" rtl="0">
                        <a:lnSpc>
                          <a:spcPct val="100000"/>
                        </a:lnSpc>
                        <a:spcBef>
                          <a:spcPts val="0"/>
                        </a:spcBef>
                        <a:spcAft>
                          <a:spcPts val="0"/>
                        </a:spcAft>
                        <a:buNone/>
                      </a:pPr>
                      <a:r>
                        <a:rPr lang="en-US" sz="3600" b="1" u="none" strike="noStrike" cap="none"/>
                        <a:t>Z</a:t>
                      </a:r>
                      <a:endParaRPr sz="3600" b="1" u="none" strike="noStrike" cap="none"/>
                    </a:p>
                  </a:txBody>
                  <a:tcPr marL="91450" marR="91450" marT="45725" marB="45725" anchor="ctr"/>
                </a:tc>
                <a:extLst>
                  <a:ext uri="{0D108BD9-81ED-4DB2-BD59-A6C34878D82A}">
                    <a16:rowId xmlns:a16="http://schemas.microsoft.com/office/drawing/2014/main" val="10002"/>
                  </a:ext>
                </a:extLst>
              </a:tr>
            </a:tbl>
          </a:graphicData>
        </a:graphic>
      </p:graphicFrame>
      <p:sp>
        <p:nvSpPr>
          <p:cNvPr id="820" name="Google Shape;820;p311"/>
          <p:cNvSpPr/>
          <p:nvPr/>
        </p:nvSpPr>
        <p:spPr>
          <a:xfrm>
            <a:off x="694781" y="4255477"/>
            <a:ext cx="10726617" cy="1468314"/>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For finding the elements of the resultant matrix, we multiply the rows of the first matrix to the column of the second matrix.</a:t>
            </a:r>
            <a:endParaRPr sz="2000" b="0" i="0" u="none" strike="noStrike" cap="none">
              <a:solidFill>
                <a:srgbClr val="000000"/>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312"/>
          <p:cNvSpPr txBox="1"/>
          <p:nvPr/>
        </p:nvSpPr>
        <p:spPr>
          <a:xfrm>
            <a:off x="433331" y="120061"/>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Vector Multiplication</a:t>
            </a:r>
            <a:endParaRPr/>
          </a:p>
        </p:txBody>
      </p:sp>
      <p:grpSp>
        <p:nvGrpSpPr>
          <p:cNvPr id="827" name="Google Shape;827;p312"/>
          <p:cNvGrpSpPr/>
          <p:nvPr/>
        </p:nvGrpSpPr>
        <p:grpSpPr>
          <a:xfrm>
            <a:off x="1653076" y="1202493"/>
            <a:ext cx="2611315" cy="2593731"/>
            <a:chOff x="4423877" y="3182812"/>
            <a:chExt cx="2611315" cy="2593731"/>
          </a:xfrm>
        </p:grpSpPr>
        <p:sp>
          <p:nvSpPr>
            <p:cNvPr id="828" name="Google Shape;828;p312"/>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829" name="Google Shape;829;p312"/>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830" name="Google Shape;830;p312"/>
          <p:cNvSpPr txBox="1"/>
          <p:nvPr/>
        </p:nvSpPr>
        <p:spPr>
          <a:xfrm>
            <a:off x="1864091" y="1457474"/>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831" name="Google Shape;831;p312"/>
          <p:cNvGraphicFramePr/>
          <p:nvPr/>
        </p:nvGraphicFramePr>
        <p:xfrm>
          <a:off x="1990858" y="1457474"/>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832" name="Google Shape;832;p312"/>
          <p:cNvSpPr/>
          <p:nvPr/>
        </p:nvSpPr>
        <p:spPr>
          <a:xfrm>
            <a:off x="4447064" y="2011423"/>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833" name="Google Shape;833;p312"/>
          <p:cNvGrpSpPr/>
          <p:nvPr/>
        </p:nvGrpSpPr>
        <p:grpSpPr>
          <a:xfrm>
            <a:off x="5398599" y="1239809"/>
            <a:ext cx="1151843" cy="2593731"/>
            <a:chOff x="4423877" y="3182812"/>
            <a:chExt cx="1151843" cy="2593731"/>
          </a:xfrm>
        </p:grpSpPr>
        <p:sp>
          <p:nvSpPr>
            <p:cNvPr id="834" name="Google Shape;834;p312"/>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835" name="Google Shape;835;p312"/>
            <p:cNvSpPr/>
            <p:nvPr/>
          </p:nvSpPr>
          <p:spPr>
            <a:xfrm>
              <a:off x="5188859"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836" name="Google Shape;836;p312"/>
          <p:cNvGraphicFramePr/>
          <p:nvPr/>
        </p:nvGraphicFramePr>
        <p:xfrm>
          <a:off x="5747969" y="1459321"/>
          <a:ext cx="500175" cy="2086275"/>
        </p:xfrm>
        <a:graphic>
          <a:graphicData uri="http://schemas.openxmlformats.org/drawingml/2006/table">
            <a:tbl>
              <a:tblPr firstRow="1" bandRow="1">
                <a:noFill/>
                <a:tableStyleId>{F70B0D8F-0185-44C2-A38C-8BAEE8BBAAC8}</a:tableStyleId>
              </a:tblPr>
              <a:tblGrid>
                <a:gridCol w="500175">
                  <a:extLst>
                    <a:ext uri="{9D8B030D-6E8A-4147-A177-3AD203B41FA5}">
                      <a16:colId xmlns:a16="http://schemas.microsoft.com/office/drawing/2014/main" val="20000"/>
                    </a:ext>
                  </a:extLst>
                </a:gridCol>
              </a:tblGrid>
              <a:tr h="695425">
                <a:tc>
                  <a:txBody>
                    <a:bodyPr/>
                    <a:lstStyle/>
                    <a:p>
                      <a:pPr marL="0" marR="0" lvl="0" indent="0" algn="ctr" rtl="0">
                        <a:lnSpc>
                          <a:spcPct val="100000"/>
                        </a:lnSpc>
                        <a:spcBef>
                          <a:spcPts val="0"/>
                        </a:spcBef>
                        <a:spcAft>
                          <a:spcPts val="0"/>
                        </a:spcAft>
                        <a:buNone/>
                      </a:pPr>
                      <a:r>
                        <a:rPr lang="en-US" sz="3600" b="1" u="none" strike="noStrike" cap="none"/>
                        <a:t>1</a:t>
                      </a:r>
                      <a:endParaRPr sz="3600" b="1" u="none" strike="noStrike" cap="none"/>
                    </a:p>
                  </a:txBody>
                  <a:tcPr marL="91450" marR="91450" marT="45725" marB="45725" anchor="ctr"/>
                </a:tc>
                <a:extLst>
                  <a:ext uri="{0D108BD9-81ED-4DB2-BD59-A6C34878D82A}">
                    <a16:rowId xmlns:a16="http://schemas.microsoft.com/office/drawing/2014/main" val="10000"/>
                  </a:ext>
                </a:extLst>
              </a:tr>
              <a:tr h="695425">
                <a:tc>
                  <a:txBody>
                    <a:bodyPr/>
                    <a:lstStyle/>
                    <a:p>
                      <a:pPr marL="0" marR="0" lvl="0" indent="0" algn="ctr" rtl="0">
                        <a:lnSpc>
                          <a:spcPct val="100000"/>
                        </a:lnSpc>
                        <a:spcBef>
                          <a:spcPts val="0"/>
                        </a:spcBef>
                        <a:spcAft>
                          <a:spcPts val="0"/>
                        </a:spcAft>
                        <a:buNone/>
                      </a:pPr>
                      <a:r>
                        <a:rPr lang="en-US" sz="3600" b="1" u="none" strike="noStrike" cap="none"/>
                        <a:t>2</a:t>
                      </a:r>
                      <a:endParaRPr sz="3600" b="1" u="none" strike="noStrike" cap="none"/>
                    </a:p>
                  </a:txBody>
                  <a:tcPr marL="91450" marR="91450" marT="45725" marB="45725" anchor="ctr"/>
                </a:tc>
                <a:extLst>
                  <a:ext uri="{0D108BD9-81ED-4DB2-BD59-A6C34878D82A}">
                    <a16:rowId xmlns:a16="http://schemas.microsoft.com/office/drawing/2014/main" val="10001"/>
                  </a:ext>
                </a:extLst>
              </a:tr>
              <a:tr h="695425">
                <a:tc>
                  <a:txBody>
                    <a:bodyPr/>
                    <a:lstStyle/>
                    <a:p>
                      <a:pPr marL="0" marR="0" lvl="0" indent="0" algn="ctr" rtl="0">
                        <a:lnSpc>
                          <a:spcPct val="100000"/>
                        </a:lnSpc>
                        <a:spcBef>
                          <a:spcPts val="0"/>
                        </a:spcBef>
                        <a:spcAft>
                          <a:spcPts val="0"/>
                        </a:spcAft>
                        <a:buNone/>
                      </a:pPr>
                      <a:r>
                        <a:rPr lang="en-US" sz="3600" b="1" u="none" strike="noStrike" cap="none"/>
                        <a:t>4</a:t>
                      </a:r>
                      <a:endParaRPr sz="3600" b="1" u="none" strike="noStrike" cap="none"/>
                    </a:p>
                  </a:txBody>
                  <a:tcPr marL="91450" marR="91450" marT="45725" marB="45725" anchor="ctr"/>
                </a:tc>
                <a:extLst>
                  <a:ext uri="{0D108BD9-81ED-4DB2-BD59-A6C34878D82A}">
                    <a16:rowId xmlns:a16="http://schemas.microsoft.com/office/drawing/2014/main" val="10002"/>
                  </a:ext>
                </a:extLst>
              </a:tr>
            </a:tbl>
          </a:graphicData>
        </a:graphic>
      </p:graphicFrame>
      <p:sp>
        <p:nvSpPr>
          <p:cNvPr id="837" name="Google Shape;837;p312"/>
          <p:cNvSpPr/>
          <p:nvPr/>
        </p:nvSpPr>
        <p:spPr>
          <a:xfrm>
            <a:off x="7044208" y="2088243"/>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nvGrpSpPr>
          <p:cNvPr id="838" name="Google Shape;838;p312"/>
          <p:cNvGrpSpPr/>
          <p:nvPr/>
        </p:nvGrpSpPr>
        <p:grpSpPr>
          <a:xfrm>
            <a:off x="9319969" y="1239809"/>
            <a:ext cx="1450771" cy="2593731"/>
            <a:chOff x="4423877" y="3182812"/>
            <a:chExt cx="1450771" cy="2593731"/>
          </a:xfrm>
        </p:grpSpPr>
        <p:sp>
          <p:nvSpPr>
            <p:cNvPr id="839" name="Google Shape;839;p312"/>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840" name="Google Shape;840;p312"/>
            <p:cNvSpPr/>
            <p:nvPr/>
          </p:nvSpPr>
          <p:spPr>
            <a:xfrm>
              <a:off x="5487787"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841" name="Google Shape;841;p312"/>
          <p:cNvGraphicFramePr/>
          <p:nvPr/>
        </p:nvGraphicFramePr>
        <p:xfrm>
          <a:off x="9620073" y="1456225"/>
          <a:ext cx="983450" cy="2086275"/>
        </p:xfrm>
        <a:graphic>
          <a:graphicData uri="http://schemas.openxmlformats.org/drawingml/2006/table">
            <a:tbl>
              <a:tblPr firstRow="1" bandRow="1">
                <a:noFill/>
                <a:tableStyleId>{F70B0D8F-0185-44C2-A38C-8BAEE8BBAAC8}</a:tableStyleId>
              </a:tblPr>
              <a:tblGrid>
                <a:gridCol w="983450">
                  <a:extLst>
                    <a:ext uri="{9D8B030D-6E8A-4147-A177-3AD203B41FA5}">
                      <a16:colId xmlns:a16="http://schemas.microsoft.com/office/drawing/2014/main" val="20000"/>
                    </a:ext>
                  </a:extLst>
                </a:gridCol>
              </a:tblGrid>
              <a:tr h="695425">
                <a:tc>
                  <a:txBody>
                    <a:bodyPr/>
                    <a:lstStyle/>
                    <a:p>
                      <a:pPr marL="0" marR="0" lvl="0" indent="0" algn="ctr" rtl="0">
                        <a:lnSpc>
                          <a:spcPct val="100000"/>
                        </a:lnSpc>
                        <a:spcBef>
                          <a:spcPts val="0"/>
                        </a:spcBef>
                        <a:spcAft>
                          <a:spcPts val="0"/>
                        </a:spcAft>
                        <a:buNone/>
                      </a:pPr>
                      <a:r>
                        <a:rPr lang="en-US" sz="3600" b="1" u="none" strike="noStrike" cap="none"/>
                        <a:t>45</a:t>
                      </a:r>
                      <a:endParaRPr sz="3600" b="1" u="none" strike="noStrike" cap="none"/>
                    </a:p>
                  </a:txBody>
                  <a:tcPr marL="91450" marR="91450" marT="45725" marB="45725" anchor="ctr"/>
                </a:tc>
                <a:extLst>
                  <a:ext uri="{0D108BD9-81ED-4DB2-BD59-A6C34878D82A}">
                    <a16:rowId xmlns:a16="http://schemas.microsoft.com/office/drawing/2014/main" val="10000"/>
                  </a:ext>
                </a:extLst>
              </a:tr>
              <a:tr h="695425">
                <a:tc>
                  <a:txBody>
                    <a:bodyPr/>
                    <a:lstStyle/>
                    <a:p>
                      <a:pPr marL="0" marR="0" lvl="0" indent="0" algn="ctr" rtl="0">
                        <a:lnSpc>
                          <a:spcPct val="100000"/>
                        </a:lnSpc>
                        <a:spcBef>
                          <a:spcPts val="0"/>
                        </a:spcBef>
                        <a:spcAft>
                          <a:spcPts val="0"/>
                        </a:spcAft>
                        <a:buNone/>
                      </a:pPr>
                      <a:r>
                        <a:rPr lang="en-US" sz="3600" b="1" u="none" strike="noStrike" cap="none"/>
                        <a:t>44</a:t>
                      </a:r>
                      <a:endParaRPr sz="3600" b="1" u="none" strike="noStrike" cap="none"/>
                    </a:p>
                  </a:txBody>
                  <a:tcPr marL="91450" marR="91450" marT="45725" marB="45725" anchor="ctr"/>
                </a:tc>
                <a:extLst>
                  <a:ext uri="{0D108BD9-81ED-4DB2-BD59-A6C34878D82A}">
                    <a16:rowId xmlns:a16="http://schemas.microsoft.com/office/drawing/2014/main" val="10001"/>
                  </a:ext>
                </a:extLst>
              </a:tr>
              <a:tr h="695425">
                <a:tc>
                  <a:txBody>
                    <a:bodyPr/>
                    <a:lstStyle/>
                    <a:p>
                      <a:pPr marL="0" marR="0" lvl="0" indent="0" algn="ctr" rtl="0">
                        <a:lnSpc>
                          <a:spcPct val="100000"/>
                        </a:lnSpc>
                        <a:spcBef>
                          <a:spcPts val="0"/>
                        </a:spcBef>
                        <a:spcAft>
                          <a:spcPts val="0"/>
                        </a:spcAft>
                        <a:buNone/>
                      </a:pPr>
                      <a:r>
                        <a:rPr lang="en-US" sz="3600" b="1" u="none" strike="noStrike" cap="none"/>
                        <a:t>39</a:t>
                      </a:r>
                      <a:endParaRPr sz="3600" b="1" u="none" strike="noStrike" cap="none"/>
                    </a:p>
                  </a:txBody>
                  <a:tcPr marL="91450" marR="91450" marT="45725" marB="45725" anchor="ctr"/>
                </a:tc>
                <a:extLst>
                  <a:ext uri="{0D108BD9-81ED-4DB2-BD59-A6C34878D82A}">
                    <a16:rowId xmlns:a16="http://schemas.microsoft.com/office/drawing/2014/main" val="10002"/>
                  </a:ext>
                </a:extLst>
              </a:tr>
            </a:tbl>
          </a:graphicData>
        </a:graphic>
      </p:graphicFrame>
      <p:sp>
        <p:nvSpPr>
          <p:cNvPr id="842" name="Google Shape;842;p312"/>
          <p:cNvSpPr/>
          <p:nvPr/>
        </p:nvSpPr>
        <p:spPr>
          <a:xfrm>
            <a:off x="2813797" y="4119196"/>
            <a:ext cx="6938580"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chemeClr val="dk1"/>
                </a:solidFill>
                <a:latin typeface="Arial"/>
                <a:ea typeface="Arial"/>
                <a:cs typeface="Arial"/>
                <a:sym typeface="Arial"/>
              </a:rPr>
              <a:t>X = (5x1) + (2x2) + (9x4) = 5+4+36 = 45</a:t>
            </a:r>
            <a:endParaRPr sz="2800" b="1" i="0" u="none" strike="noStrike" cap="none">
              <a:solidFill>
                <a:schemeClr val="dk1"/>
              </a:solidFill>
              <a:latin typeface="Arial"/>
              <a:ea typeface="Arial"/>
              <a:cs typeface="Arial"/>
              <a:sym typeface="Arial"/>
            </a:endParaRPr>
          </a:p>
        </p:txBody>
      </p:sp>
      <p:sp>
        <p:nvSpPr>
          <p:cNvPr id="843" name="Google Shape;843;p312"/>
          <p:cNvSpPr/>
          <p:nvPr/>
        </p:nvSpPr>
        <p:spPr>
          <a:xfrm>
            <a:off x="2813799" y="4840153"/>
            <a:ext cx="6938580" cy="562707"/>
          </a:xfrm>
          <a:prstGeom prst="flowChartAlternateProcess">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chemeClr val="dk1"/>
                </a:solidFill>
                <a:latin typeface="Arial"/>
                <a:ea typeface="Arial"/>
                <a:cs typeface="Arial"/>
                <a:sym typeface="Arial"/>
              </a:rPr>
              <a:t>Y = (4x1) + (6x2) + (7x4) = 4+12+28 = 44</a:t>
            </a:r>
            <a:endParaRPr sz="2800" b="1" i="0" u="none" strike="noStrike" cap="none">
              <a:solidFill>
                <a:schemeClr val="dk1"/>
              </a:solidFill>
              <a:latin typeface="Arial"/>
              <a:ea typeface="Arial"/>
              <a:cs typeface="Arial"/>
              <a:sym typeface="Arial"/>
            </a:endParaRPr>
          </a:p>
        </p:txBody>
      </p:sp>
      <p:sp>
        <p:nvSpPr>
          <p:cNvPr id="844" name="Google Shape;844;p312"/>
          <p:cNvSpPr/>
          <p:nvPr/>
        </p:nvSpPr>
        <p:spPr>
          <a:xfrm>
            <a:off x="2813798" y="5534746"/>
            <a:ext cx="6938580" cy="562707"/>
          </a:xfrm>
          <a:prstGeom prst="flowChartAlternateProcess">
            <a:avLst/>
          </a:prstGeom>
          <a:noFill/>
          <a:ln w="25400" cap="flat" cmpd="sng">
            <a:solidFill>
              <a:srgbClr val="0084B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chemeClr val="dk1"/>
                </a:solidFill>
                <a:latin typeface="Arial"/>
                <a:ea typeface="Arial"/>
                <a:cs typeface="Arial"/>
                <a:sym typeface="Arial"/>
              </a:rPr>
              <a:t>Z = (1x1) + (3x2) + (8x4) = 1+6+32 = 39</a:t>
            </a:r>
            <a:endParaRPr sz="2800" b="1" i="0" u="none" strike="noStrike" cap="none">
              <a:solidFill>
                <a:schemeClr val="dk1"/>
              </a:solidFill>
              <a:latin typeface="Arial"/>
              <a:ea typeface="Arial"/>
              <a:cs typeface="Arial"/>
              <a:sym typeface="Arial"/>
            </a:endParaRPr>
          </a:p>
        </p:txBody>
      </p:sp>
      <p:sp>
        <p:nvSpPr>
          <p:cNvPr id="845" name="Google Shape;845;p312"/>
          <p:cNvSpPr/>
          <p:nvPr/>
        </p:nvSpPr>
        <p:spPr>
          <a:xfrm>
            <a:off x="2075107" y="1521233"/>
            <a:ext cx="1802423"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846" name="Google Shape;846;p312"/>
          <p:cNvSpPr/>
          <p:nvPr/>
        </p:nvSpPr>
        <p:spPr>
          <a:xfrm rot="5400000">
            <a:off x="4944720" y="2232224"/>
            <a:ext cx="2112205"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847" name="Google Shape;847;p312"/>
          <p:cNvSpPr/>
          <p:nvPr/>
        </p:nvSpPr>
        <p:spPr>
          <a:xfrm rot="5400000">
            <a:off x="9865050" y="1477353"/>
            <a:ext cx="562707" cy="65046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848" name="Google Shape;848;p312"/>
          <p:cNvSpPr/>
          <p:nvPr/>
        </p:nvSpPr>
        <p:spPr>
          <a:xfrm>
            <a:off x="2075107" y="2218004"/>
            <a:ext cx="1802423" cy="562707"/>
          </a:xfrm>
          <a:prstGeom prst="flowChartAlternateProcess">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849" name="Google Shape;849;p312"/>
          <p:cNvSpPr/>
          <p:nvPr/>
        </p:nvSpPr>
        <p:spPr>
          <a:xfrm>
            <a:off x="2075106" y="2912597"/>
            <a:ext cx="1802423" cy="562707"/>
          </a:xfrm>
          <a:prstGeom prst="flowChartAlternateProcess">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850" name="Google Shape;850;p312"/>
          <p:cNvSpPr/>
          <p:nvPr/>
        </p:nvSpPr>
        <p:spPr>
          <a:xfrm rot="5400000">
            <a:off x="4958365" y="2232224"/>
            <a:ext cx="2112205" cy="562707"/>
          </a:xfrm>
          <a:prstGeom prst="flowChartAlternateProcess">
            <a:avLst/>
          </a:prstGeom>
          <a:no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851" name="Google Shape;851;p312"/>
          <p:cNvSpPr/>
          <p:nvPr/>
        </p:nvSpPr>
        <p:spPr>
          <a:xfrm rot="5400000">
            <a:off x="4944719" y="2232224"/>
            <a:ext cx="2112205" cy="562707"/>
          </a:xfrm>
          <a:prstGeom prst="flowChartAlternateProcess">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852" name="Google Shape;852;p312"/>
          <p:cNvSpPr/>
          <p:nvPr/>
        </p:nvSpPr>
        <p:spPr>
          <a:xfrm rot="5400000">
            <a:off x="9865050" y="2188343"/>
            <a:ext cx="562707" cy="650467"/>
          </a:xfrm>
          <a:prstGeom prst="flowChartAlternateProcess">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853" name="Google Shape;853;p312"/>
          <p:cNvSpPr/>
          <p:nvPr/>
        </p:nvSpPr>
        <p:spPr>
          <a:xfrm rot="5400000">
            <a:off x="9865050" y="2868717"/>
            <a:ext cx="562707" cy="650467"/>
          </a:xfrm>
          <a:prstGeom prst="flowChartAlternateProcess">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6"/>
                                        </p:tgtEl>
                                        <p:attrNameLst>
                                          <p:attrName>style.visibility</p:attrName>
                                        </p:attrNameLst>
                                      </p:cBhvr>
                                      <p:to>
                                        <p:strVal val="visible"/>
                                      </p:to>
                                    </p:set>
                                    <p:animEffect transition="in" filter="fade">
                                      <p:cBhvr>
                                        <p:cTn id="7" dur="500"/>
                                        <p:tgtEl>
                                          <p:spTgt spid="846"/>
                                        </p:tgtEl>
                                      </p:cBhvr>
                                    </p:animEffect>
                                  </p:childTnLst>
                                </p:cTn>
                              </p:par>
                              <p:par>
                                <p:cTn id="8" presetID="10" presetClass="entr" presetSubtype="0" fill="hold" nodeType="withEffect">
                                  <p:stCondLst>
                                    <p:cond delay="0"/>
                                  </p:stCondLst>
                                  <p:childTnLst>
                                    <p:set>
                                      <p:cBhvr>
                                        <p:cTn id="9" dur="1" fill="hold">
                                          <p:stCondLst>
                                            <p:cond delay="0"/>
                                          </p:stCondLst>
                                        </p:cTn>
                                        <p:tgtEl>
                                          <p:spTgt spid="845"/>
                                        </p:tgtEl>
                                        <p:attrNameLst>
                                          <p:attrName>style.visibility</p:attrName>
                                        </p:attrNameLst>
                                      </p:cBhvr>
                                      <p:to>
                                        <p:strVal val="visible"/>
                                      </p:to>
                                    </p:set>
                                    <p:animEffect transition="in" filter="fade">
                                      <p:cBhvr>
                                        <p:cTn id="10" dur="500"/>
                                        <p:tgtEl>
                                          <p:spTgt spid="84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42"/>
                                        </p:tgtEl>
                                        <p:attrNameLst>
                                          <p:attrName>style.visibility</p:attrName>
                                        </p:attrNameLst>
                                      </p:cBhvr>
                                      <p:to>
                                        <p:strVal val="visible"/>
                                      </p:to>
                                    </p:set>
                                    <p:animEffect transition="in" filter="fade">
                                      <p:cBhvr>
                                        <p:cTn id="15" dur="500"/>
                                        <p:tgtEl>
                                          <p:spTgt spid="842"/>
                                        </p:tgtEl>
                                      </p:cBhvr>
                                    </p:animEffect>
                                  </p:childTnLst>
                                </p:cTn>
                              </p:par>
                              <p:par>
                                <p:cTn id="16" presetID="10" presetClass="entr" presetSubtype="0" fill="hold" nodeType="withEffect">
                                  <p:stCondLst>
                                    <p:cond delay="0"/>
                                  </p:stCondLst>
                                  <p:childTnLst>
                                    <p:set>
                                      <p:cBhvr>
                                        <p:cTn id="17" dur="1" fill="hold">
                                          <p:stCondLst>
                                            <p:cond delay="0"/>
                                          </p:stCondLst>
                                        </p:cTn>
                                        <p:tgtEl>
                                          <p:spTgt spid="847"/>
                                        </p:tgtEl>
                                        <p:attrNameLst>
                                          <p:attrName>style.visibility</p:attrName>
                                        </p:attrNameLst>
                                      </p:cBhvr>
                                      <p:to>
                                        <p:strVal val="visible"/>
                                      </p:to>
                                    </p:set>
                                    <p:animEffect transition="in" filter="fade">
                                      <p:cBhvr>
                                        <p:cTn id="18" dur="500"/>
                                        <p:tgtEl>
                                          <p:spTgt spid="84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48"/>
                                        </p:tgtEl>
                                        <p:attrNameLst>
                                          <p:attrName>style.visibility</p:attrName>
                                        </p:attrNameLst>
                                      </p:cBhvr>
                                      <p:to>
                                        <p:strVal val="visible"/>
                                      </p:to>
                                    </p:set>
                                    <p:animEffect transition="in" filter="fade">
                                      <p:cBhvr>
                                        <p:cTn id="23" dur="500"/>
                                        <p:tgtEl>
                                          <p:spTgt spid="848"/>
                                        </p:tgtEl>
                                      </p:cBhvr>
                                    </p:animEffect>
                                  </p:childTnLst>
                                </p:cTn>
                              </p:par>
                              <p:par>
                                <p:cTn id="24" presetID="10" presetClass="entr" presetSubtype="0" fill="hold" nodeType="withEffect">
                                  <p:stCondLst>
                                    <p:cond delay="0"/>
                                  </p:stCondLst>
                                  <p:childTnLst>
                                    <p:set>
                                      <p:cBhvr>
                                        <p:cTn id="25" dur="1" fill="hold">
                                          <p:stCondLst>
                                            <p:cond delay="0"/>
                                          </p:stCondLst>
                                        </p:cTn>
                                        <p:tgtEl>
                                          <p:spTgt spid="850"/>
                                        </p:tgtEl>
                                        <p:attrNameLst>
                                          <p:attrName>style.visibility</p:attrName>
                                        </p:attrNameLst>
                                      </p:cBhvr>
                                      <p:to>
                                        <p:strVal val="visible"/>
                                      </p:to>
                                    </p:set>
                                    <p:animEffect transition="in" filter="fade">
                                      <p:cBhvr>
                                        <p:cTn id="26" dur="500"/>
                                        <p:tgtEl>
                                          <p:spTgt spid="85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43"/>
                                        </p:tgtEl>
                                        <p:attrNameLst>
                                          <p:attrName>style.visibility</p:attrName>
                                        </p:attrNameLst>
                                      </p:cBhvr>
                                      <p:to>
                                        <p:strVal val="visible"/>
                                      </p:to>
                                    </p:set>
                                    <p:animEffect transition="in" filter="fade">
                                      <p:cBhvr>
                                        <p:cTn id="31" dur="500"/>
                                        <p:tgtEl>
                                          <p:spTgt spid="843"/>
                                        </p:tgtEl>
                                      </p:cBhvr>
                                    </p:animEffect>
                                  </p:childTnLst>
                                </p:cTn>
                              </p:par>
                              <p:par>
                                <p:cTn id="32" presetID="10" presetClass="entr" presetSubtype="0" fill="hold" nodeType="withEffect">
                                  <p:stCondLst>
                                    <p:cond delay="0"/>
                                  </p:stCondLst>
                                  <p:childTnLst>
                                    <p:set>
                                      <p:cBhvr>
                                        <p:cTn id="33" dur="1" fill="hold">
                                          <p:stCondLst>
                                            <p:cond delay="0"/>
                                          </p:stCondLst>
                                        </p:cTn>
                                        <p:tgtEl>
                                          <p:spTgt spid="852"/>
                                        </p:tgtEl>
                                        <p:attrNameLst>
                                          <p:attrName>style.visibility</p:attrName>
                                        </p:attrNameLst>
                                      </p:cBhvr>
                                      <p:to>
                                        <p:strVal val="visible"/>
                                      </p:to>
                                    </p:set>
                                    <p:animEffect transition="in" filter="fade">
                                      <p:cBhvr>
                                        <p:cTn id="34" dur="500"/>
                                        <p:tgtEl>
                                          <p:spTgt spid="85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49"/>
                                        </p:tgtEl>
                                        <p:attrNameLst>
                                          <p:attrName>style.visibility</p:attrName>
                                        </p:attrNameLst>
                                      </p:cBhvr>
                                      <p:to>
                                        <p:strVal val="visible"/>
                                      </p:to>
                                    </p:set>
                                    <p:animEffect transition="in" filter="fade">
                                      <p:cBhvr>
                                        <p:cTn id="39" dur="500"/>
                                        <p:tgtEl>
                                          <p:spTgt spid="849"/>
                                        </p:tgtEl>
                                      </p:cBhvr>
                                    </p:animEffect>
                                  </p:childTnLst>
                                </p:cTn>
                              </p:par>
                              <p:par>
                                <p:cTn id="40" presetID="10" presetClass="entr" presetSubtype="0" fill="hold" nodeType="withEffect">
                                  <p:stCondLst>
                                    <p:cond delay="0"/>
                                  </p:stCondLst>
                                  <p:childTnLst>
                                    <p:set>
                                      <p:cBhvr>
                                        <p:cTn id="41" dur="1" fill="hold">
                                          <p:stCondLst>
                                            <p:cond delay="0"/>
                                          </p:stCondLst>
                                        </p:cTn>
                                        <p:tgtEl>
                                          <p:spTgt spid="851"/>
                                        </p:tgtEl>
                                        <p:attrNameLst>
                                          <p:attrName>style.visibility</p:attrName>
                                        </p:attrNameLst>
                                      </p:cBhvr>
                                      <p:to>
                                        <p:strVal val="visible"/>
                                      </p:to>
                                    </p:set>
                                    <p:animEffect transition="in" filter="fade">
                                      <p:cBhvr>
                                        <p:cTn id="42" dur="500"/>
                                        <p:tgtEl>
                                          <p:spTgt spid="85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44"/>
                                        </p:tgtEl>
                                        <p:attrNameLst>
                                          <p:attrName>style.visibility</p:attrName>
                                        </p:attrNameLst>
                                      </p:cBhvr>
                                      <p:to>
                                        <p:strVal val="visible"/>
                                      </p:to>
                                    </p:set>
                                    <p:animEffect transition="in" filter="fade">
                                      <p:cBhvr>
                                        <p:cTn id="47" dur="500"/>
                                        <p:tgtEl>
                                          <p:spTgt spid="844"/>
                                        </p:tgtEl>
                                      </p:cBhvr>
                                    </p:animEffect>
                                  </p:childTnLst>
                                </p:cTn>
                              </p:par>
                              <p:par>
                                <p:cTn id="48" presetID="10" presetClass="entr" presetSubtype="0" fill="hold" nodeType="withEffect">
                                  <p:stCondLst>
                                    <p:cond delay="0"/>
                                  </p:stCondLst>
                                  <p:childTnLst>
                                    <p:set>
                                      <p:cBhvr>
                                        <p:cTn id="49" dur="1" fill="hold">
                                          <p:stCondLst>
                                            <p:cond delay="0"/>
                                          </p:stCondLst>
                                        </p:cTn>
                                        <p:tgtEl>
                                          <p:spTgt spid="853"/>
                                        </p:tgtEl>
                                        <p:attrNameLst>
                                          <p:attrName>style.visibility</p:attrName>
                                        </p:attrNameLst>
                                      </p:cBhvr>
                                      <p:to>
                                        <p:strVal val="visible"/>
                                      </p:to>
                                    </p:set>
                                    <p:animEffect transition="in" filter="fade">
                                      <p:cBhvr>
                                        <p:cTn id="50" dur="500"/>
                                        <p:tgtEl>
                                          <p:spTgt spid="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313"/>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Hands on - Python</a:t>
            </a:r>
            <a:endParaRPr sz="1400" b="0" i="0" u="none" strike="noStrike" cap="none">
              <a:solidFill>
                <a:srgbClr val="000000"/>
              </a:solidFill>
              <a:latin typeface="Arial"/>
              <a:ea typeface="Arial"/>
              <a:cs typeface="Arial"/>
              <a:sym typeface="Arial"/>
            </a:endParaRPr>
          </a:p>
        </p:txBody>
      </p:sp>
      <p:sp>
        <p:nvSpPr>
          <p:cNvPr id="860" name="Google Shape;860;p313"/>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861" name="Google Shape;861;p313"/>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862" name="Google Shape;862;p313"/>
          <p:cNvSpPr txBox="1"/>
          <p:nvPr/>
        </p:nvSpPr>
        <p:spPr>
          <a:xfrm>
            <a:off x="8748346" y="1547454"/>
            <a:ext cx="182880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Output</a:t>
            </a:r>
            <a:endParaRPr sz="1800" b="1" i="0" u="none" strike="noStrike" cap="none">
              <a:solidFill>
                <a:srgbClr val="000000"/>
              </a:solidFill>
              <a:latin typeface="Arial"/>
              <a:ea typeface="Arial"/>
              <a:cs typeface="Arial"/>
              <a:sym typeface="Arial"/>
            </a:endParaRPr>
          </a:p>
        </p:txBody>
      </p:sp>
      <p:sp>
        <p:nvSpPr>
          <p:cNvPr id="863" name="Google Shape;863;p313"/>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In this example, we have used the numpy.dot() method to multiply the two matrices.</a:t>
            </a:r>
            <a:endParaRPr/>
          </a:p>
        </p:txBody>
      </p:sp>
      <p:pic>
        <p:nvPicPr>
          <p:cNvPr id="864" name="Google Shape;864;p313"/>
          <p:cNvPicPr preferRelativeResize="0"/>
          <p:nvPr/>
        </p:nvPicPr>
        <p:blipFill rotWithShape="1">
          <a:blip r:embed="rId3">
            <a:alphaModFix/>
          </a:blip>
          <a:srcRect/>
          <a:stretch/>
        </p:blipFill>
        <p:spPr>
          <a:xfrm>
            <a:off x="1198183" y="2214748"/>
            <a:ext cx="5755793" cy="1785752"/>
          </a:xfrm>
          <a:prstGeom prst="rect">
            <a:avLst/>
          </a:prstGeom>
          <a:noFill/>
          <a:ln>
            <a:noFill/>
          </a:ln>
        </p:spPr>
      </p:pic>
      <p:pic>
        <p:nvPicPr>
          <p:cNvPr id="865" name="Google Shape;865;p313"/>
          <p:cNvPicPr preferRelativeResize="0"/>
          <p:nvPr/>
        </p:nvPicPr>
        <p:blipFill rotWithShape="1">
          <a:blip r:embed="rId4">
            <a:alphaModFix/>
          </a:blip>
          <a:srcRect/>
          <a:stretch/>
        </p:blipFill>
        <p:spPr>
          <a:xfrm>
            <a:off x="8748346" y="2188305"/>
            <a:ext cx="1905123" cy="202419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31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Matrix Multiplication</a:t>
            </a:r>
            <a:endParaRPr/>
          </a:p>
        </p:txBody>
      </p:sp>
      <p:grpSp>
        <p:nvGrpSpPr>
          <p:cNvPr id="872" name="Google Shape;872;p314"/>
          <p:cNvGrpSpPr/>
          <p:nvPr/>
        </p:nvGrpSpPr>
        <p:grpSpPr>
          <a:xfrm>
            <a:off x="622806" y="2348767"/>
            <a:ext cx="2611315" cy="2593731"/>
            <a:chOff x="4423877" y="3182812"/>
            <a:chExt cx="2611315" cy="2593731"/>
          </a:xfrm>
        </p:grpSpPr>
        <p:sp>
          <p:nvSpPr>
            <p:cNvPr id="873" name="Google Shape;873;p31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874" name="Google Shape;874;p31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875" name="Google Shape;875;p314"/>
          <p:cNvSpPr txBox="1"/>
          <p:nvPr/>
        </p:nvSpPr>
        <p:spPr>
          <a:xfrm>
            <a:off x="833821" y="2603748"/>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876" name="Google Shape;876;p314"/>
          <p:cNvGraphicFramePr/>
          <p:nvPr/>
        </p:nvGraphicFramePr>
        <p:xfrm>
          <a:off x="960588" y="2603748"/>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877" name="Google Shape;877;p314"/>
          <p:cNvSpPr/>
          <p:nvPr/>
        </p:nvSpPr>
        <p:spPr>
          <a:xfrm>
            <a:off x="3416794" y="3157697"/>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878" name="Google Shape;878;p314"/>
          <p:cNvGrpSpPr/>
          <p:nvPr/>
        </p:nvGrpSpPr>
        <p:grpSpPr>
          <a:xfrm rot="5400000">
            <a:off x="4280123" y="2786658"/>
            <a:ext cx="2584618" cy="1727063"/>
            <a:chOff x="4423877" y="3182812"/>
            <a:chExt cx="1894793" cy="2593731"/>
          </a:xfrm>
        </p:grpSpPr>
        <p:sp>
          <p:nvSpPr>
            <p:cNvPr id="879" name="Google Shape;879;p31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880" name="Google Shape;880;p314"/>
            <p:cNvSpPr/>
            <p:nvPr/>
          </p:nvSpPr>
          <p:spPr>
            <a:xfrm>
              <a:off x="5931809"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881" name="Google Shape;881;p314"/>
          <p:cNvSpPr/>
          <p:nvPr/>
        </p:nvSpPr>
        <p:spPr>
          <a:xfrm>
            <a:off x="7042638" y="3166543"/>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882" name="Google Shape;882;p314"/>
          <p:cNvSpPr txBox="1"/>
          <p:nvPr/>
        </p:nvSpPr>
        <p:spPr>
          <a:xfrm>
            <a:off x="9142552" y="2603694"/>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83" name="Google Shape;883;p314"/>
          <p:cNvSpPr/>
          <p:nvPr/>
        </p:nvSpPr>
        <p:spPr>
          <a:xfrm>
            <a:off x="8335107" y="1753508"/>
            <a:ext cx="3534507" cy="352934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Similar to the vector multiplication, we will determine the dimension of the resultant matrix from these two matrices. </a:t>
            </a:r>
            <a:endParaRPr/>
          </a:p>
        </p:txBody>
      </p:sp>
      <p:graphicFrame>
        <p:nvGraphicFramePr>
          <p:cNvPr id="884" name="Google Shape;884;p314"/>
          <p:cNvGraphicFramePr/>
          <p:nvPr/>
        </p:nvGraphicFramePr>
        <p:xfrm>
          <a:off x="4855302" y="2603748"/>
          <a:ext cx="1434250" cy="2129025"/>
        </p:xfrm>
        <a:graphic>
          <a:graphicData uri="http://schemas.openxmlformats.org/drawingml/2006/table">
            <a:tbl>
              <a:tblPr firstRow="1" bandRow="1">
                <a:noFill/>
                <a:tableStyleId>{F70B0D8F-0185-44C2-A38C-8BAEE8BBAAC8}</a:tableStyleId>
              </a:tblPr>
              <a:tblGrid>
                <a:gridCol w="717125">
                  <a:extLst>
                    <a:ext uri="{9D8B030D-6E8A-4147-A177-3AD203B41FA5}">
                      <a16:colId xmlns:a16="http://schemas.microsoft.com/office/drawing/2014/main" val="20000"/>
                    </a:ext>
                  </a:extLst>
                </a:gridCol>
                <a:gridCol w="717125">
                  <a:extLst>
                    <a:ext uri="{9D8B030D-6E8A-4147-A177-3AD203B41FA5}">
                      <a16:colId xmlns:a16="http://schemas.microsoft.com/office/drawing/2014/main" val="20001"/>
                    </a:ext>
                  </a:extLst>
                </a:gridCol>
              </a:tblGrid>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315"/>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Matrix Multiplication</a:t>
            </a:r>
            <a:endParaRPr/>
          </a:p>
        </p:txBody>
      </p:sp>
      <p:grpSp>
        <p:nvGrpSpPr>
          <p:cNvPr id="891" name="Google Shape;891;p315"/>
          <p:cNvGrpSpPr/>
          <p:nvPr/>
        </p:nvGrpSpPr>
        <p:grpSpPr>
          <a:xfrm>
            <a:off x="622806" y="2348767"/>
            <a:ext cx="2611315" cy="2593731"/>
            <a:chOff x="4423877" y="3182812"/>
            <a:chExt cx="2611315" cy="2593731"/>
          </a:xfrm>
        </p:grpSpPr>
        <p:sp>
          <p:nvSpPr>
            <p:cNvPr id="892" name="Google Shape;892;p315"/>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893" name="Google Shape;893;p315"/>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894" name="Google Shape;894;p315"/>
          <p:cNvSpPr txBox="1"/>
          <p:nvPr/>
        </p:nvSpPr>
        <p:spPr>
          <a:xfrm>
            <a:off x="833821" y="2603748"/>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895" name="Google Shape;895;p315"/>
          <p:cNvGraphicFramePr/>
          <p:nvPr/>
        </p:nvGraphicFramePr>
        <p:xfrm>
          <a:off x="960588" y="2603748"/>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896" name="Google Shape;896;p315"/>
          <p:cNvSpPr/>
          <p:nvPr/>
        </p:nvSpPr>
        <p:spPr>
          <a:xfrm>
            <a:off x="3416794" y="3157697"/>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97" name="Google Shape;897;p315"/>
          <p:cNvSpPr/>
          <p:nvPr/>
        </p:nvSpPr>
        <p:spPr>
          <a:xfrm>
            <a:off x="7042638" y="3166543"/>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898" name="Google Shape;898;p315"/>
          <p:cNvSpPr txBox="1"/>
          <p:nvPr/>
        </p:nvSpPr>
        <p:spPr>
          <a:xfrm>
            <a:off x="9142552" y="2603694"/>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99" name="Google Shape;899;p315"/>
          <p:cNvSpPr/>
          <p:nvPr/>
        </p:nvSpPr>
        <p:spPr>
          <a:xfrm>
            <a:off x="8335107" y="1753508"/>
            <a:ext cx="3534507" cy="352934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The dimension of the first matrix is 3x3 and that of the second matrix is 3x2. Therefore the dimension of the resultant matrix will be 3x2. </a:t>
            </a:r>
            <a:endParaRPr/>
          </a:p>
        </p:txBody>
      </p:sp>
      <p:grpSp>
        <p:nvGrpSpPr>
          <p:cNvPr id="900" name="Google Shape;900;p315"/>
          <p:cNvGrpSpPr/>
          <p:nvPr/>
        </p:nvGrpSpPr>
        <p:grpSpPr>
          <a:xfrm rot="5400000">
            <a:off x="4280123" y="2786658"/>
            <a:ext cx="2584618" cy="1727063"/>
            <a:chOff x="4423877" y="3182812"/>
            <a:chExt cx="1894793" cy="2593731"/>
          </a:xfrm>
        </p:grpSpPr>
        <p:sp>
          <p:nvSpPr>
            <p:cNvPr id="901" name="Google Shape;901;p315"/>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02" name="Google Shape;902;p315"/>
            <p:cNvSpPr/>
            <p:nvPr/>
          </p:nvSpPr>
          <p:spPr>
            <a:xfrm>
              <a:off x="5931809"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903" name="Google Shape;903;p315"/>
          <p:cNvGraphicFramePr/>
          <p:nvPr/>
        </p:nvGraphicFramePr>
        <p:xfrm>
          <a:off x="4855302" y="2603748"/>
          <a:ext cx="1434250" cy="2129025"/>
        </p:xfrm>
        <a:graphic>
          <a:graphicData uri="http://schemas.openxmlformats.org/drawingml/2006/table">
            <a:tbl>
              <a:tblPr firstRow="1" bandRow="1">
                <a:noFill/>
                <a:tableStyleId>{F70B0D8F-0185-44C2-A38C-8BAEE8BBAAC8}</a:tableStyleId>
              </a:tblPr>
              <a:tblGrid>
                <a:gridCol w="717125">
                  <a:extLst>
                    <a:ext uri="{9D8B030D-6E8A-4147-A177-3AD203B41FA5}">
                      <a16:colId xmlns:a16="http://schemas.microsoft.com/office/drawing/2014/main" val="20000"/>
                    </a:ext>
                  </a:extLst>
                </a:gridCol>
                <a:gridCol w="717125">
                  <a:extLst>
                    <a:ext uri="{9D8B030D-6E8A-4147-A177-3AD203B41FA5}">
                      <a16:colId xmlns:a16="http://schemas.microsoft.com/office/drawing/2014/main" val="20001"/>
                    </a:ext>
                  </a:extLst>
                </a:gridCol>
              </a:tblGrid>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316"/>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Matrix Multiplication</a:t>
            </a:r>
            <a:endParaRPr/>
          </a:p>
        </p:txBody>
      </p:sp>
      <p:grpSp>
        <p:nvGrpSpPr>
          <p:cNvPr id="910" name="Google Shape;910;p316"/>
          <p:cNvGrpSpPr/>
          <p:nvPr/>
        </p:nvGrpSpPr>
        <p:grpSpPr>
          <a:xfrm>
            <a:off x="622806" y="2348767"/>
            <a:ext cx="2611315" cy="2593731"/>
            <a:chOff x="4423877" y="3182812"/>
            <a:chExt cx="2611315" cy="2593731"/>
          </a:xfrm>
        </p:grpSpPr>
        <p:sp>
          <p:nvSpPr>
            <p:cNvPr id="911" name="Google Shape;911;p316"/>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12" name="Google Shape;912;p316"/>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913" name="Google Shape;913;p316"/>
          <p:cNvSpPr txBox="1"/>
          <p:nvPr/>
        </p:nvSpPr>
        <p:spPr>
          <a:xfrm>
            <a:off x="833821" y="2603748"/>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914" name="Google Shape;914;p316"/>
          <p:cNvGraphicFramePr/>
          <p:nvPr/>
        </p:nvGraphicFramePr>
        <p:xfrm>
          <a:off x="960588" y="2603748"/>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915" name="Google Shape;915;p316"/>
          <p:cNvSpPr/>
          <p:nvPr/>
        </p:nvSpPr>
        <p:spPr>
          <a:xfrm>
            <a:off x="3416794" y="3157697"/>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16" name="Google Shape;916;p316"/>
          <p:cNvSpPr/>
          <p:nvPr/>
        </p:nvSpPr>
        <p:spPr>
          <a:xfrm>
            <a:off x="7042638" y="3166543"/>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17" name="Google Shape;917;p316"/>
          <p:cNvSpPr txBox="1"/>
          <p:nvPr/>
        </p:nvSpPr>
        <p:spPr>
          <a:xfrm>
            <a:off x="9142552" y="2603694"/>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918" name="Google Shape;918;p316"/>
          <p:cNvGrpSpPr/>
          <p:nvPr/>
        </p:nvGrpSpPr>
        <p:grpSpPr>
          <a:xfrm>
            <a:off x="8615014" y="2221315"/>
            <a:ext cx="1821455" cy="2593731"/>
            <a:chOff x="4423877" y="3182812"/>
            <a:chExt cx="2611315" cy="2593731"/>
          </a:xfrm>
        </p:grpSpPr>
        <p:sp>
          <p:nvSpPr>
            <p:cNvPr id="919" name="Google Shape;919;p316"/>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20" name="Google Shape;920;p316"/>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921" name="Google Shape;921;p316"/>
          <p:cNvGraphicFramePr/>
          <p:nvPr/>
        </p:nvGraphicFramePr>
        <p:xfrm>
          <a:off x="8842998" y="2488221"/>
          <a:ext cx="1458550" cy="2059950"/>
        </p:xfrm>
        <a:graphic>
          <a:graphicData uri="http://schemas.openxmlformats.org/drawingml/2006/table">
            <a:tbl>
              <a:tblPr firstRow="1" bandRow="1">
                <a:noFill/>
                <a:tableStyleId>{F70B0D8F-0185-44C2-A38C-8BAEE8BBAAC8}</a:tableStyleId>
              </a:tblPr>
              <a:tblGrid>
                <a:gridCol w="729275">
                  <a:extLst>
                    <a:ext uri="{9D8B030D-6E8A-4147-A177-3AD203B41FA5}">
                      <a16:colId xmlns:a16="http://schemas.microsoft.com/office/drawing/2014/main" val="20000"/>
                    </a:ext>
                  </a:extLst>
                </a:gridCol>
                <a:gridCol w="729275">
                  <a:extLst>
                    <a:ext uri="{9D8B030D-6E8A-4147-A177-3AD203B41FA5}">
                      <a16:colId xmlns:a16="http://schemas.microsoft.com/office/drawing/2014/main" val="20001"/>
                    </a:ext>
                  </a:extLst>
                </a:gridCol>
              </a:tblGrid>
              <a:tr h="68665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x1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x2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68665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y1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y2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r h="68665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z1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z2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2"/>
                  </a:ext>
                </a:extLst>
              </a:tr>
            </a:tbl>
          </a:graphicData>
        </a:graphic>
      </p:graphicFrame>
      <p:grpSp>
        <p:nvGrpSpPr>
          <p:cNvPr id="922" name="Google Shape;922;p316"/>
          <p:cNvGrpSpPr/>
          <p:nvPr/>
        </p:nvGrpSpPr>
        <p:grpSpPr>
          <a:xfrm rot="5400000">
            <a:off x="4280123" y="2786658"/>
            <a:ext cx="2584618" cy="1727063"/>
            <a:chOff x="4423877" y="3182812"/>
            <a:chExt cx="1894793" cy="2593731"/>
          </a:xfrm>
        </p:grpSpPr>
        <p:sp>
          <p:nvSpPr>
            <p:cNvPr id="923" name="Google Shape;923;p316"/>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24" name="Google Shape;924;p316"/>
            <p:cNvSpPr/>
            <p:nvPr/>
          </p:nvSpPr>
          <p:spPr>
            <a:xfrm>
              <a:off x="5931809"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925" name="Google Shape;925;p316"/>
          <p:cNvGraphicFramePr/>
          <p:nvPr/>
        </p:nvGraphicFramePr>
        <p:xfrm>
          <a:off x="4855302" y="2603748"/>
          <a:ext cx="1434250" cy="2129025"/>
        </p:xfrm>
        <a:graphic>
          <a:graphicData uri="http://schemas.openxmlformats.org/drawingml/2006/table">
            <a:tbl>
              <a:tblPr firstRow="1" bandRow="1">
                <a:noFill/>
                <a:tableStyleId>{F70B0D8F-0185-44C2-A38C-8BAEE8BBAAC8}</a:tableStyleId>
              </a:tblPr>
              <a:tblGrid>
                <a:gridCol w="717125">
                  <a:extLst>
                    <a:ext uri="{9D8B030D-6E8A-4147-A177-3AD203B41FA5}">
                      <a16:colId xmlns:a16="http://schemas.microsoft.com/office/drawing/2014/main" val="20000"/>
                    </a:ext>
                  </a:extLst>
                </a:gridCol>
                <a:gridCol w="717125">
                  <a:extLst>
                    <a:ext uri="{9D8B030D-6E8A-4147-A177-3AD203B41FA5}">
                      <a16:colId xmlns:a16="http://schemas.microsoft.com/office/drawing/2014/main" val="20001"/>
                    </a:ext>
                  </a:extLst>
                </a:gridCol>
              </a:tblGrid>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p317"/>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Matrix Multiplication</a:t>
            </a:r>
            <a:endParaRPr/>
          </a:p>
        </p:txBody>
      </p:sp>
      <p:grpSp>
        <p:nvGrpSpPr>
          <p:cNvPr id="932" name="Google Shape;932;p317"/>
          <p:cNvGrpSpPr/>
          <p:nvPr/>
        </p:nvGrpSpPr>
        <p:grpSpPr>
          <a:xfrm>
            <a:off x="350243" y="2192505"/>
            <a:ext cx="2611315" cy="2593731"/>
            <a:chOff x="4423877" y="3182812"/>
            <a:chExt cx="2611315" cy="2593731"/>
          </a:xfrm>
        </p:grpSpPr>
        <p:sp>
          <p:nvSpPr>
            <p:cNvPr id="933" name="Google Shape;933;p317"/>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34" name="Google Shape;934;p317"/>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935" name="Google Shape;935;p317"/>
          <p:cNvSpPr txBox="1"/>
          <p:nvPr/>
        </p:nvSpPr>
        <p:spPr>
          <a:xfrm>
            <a:off x="561258" y="2447486"/>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936" name="Google Shape;936;p317"/>
          <p:cNvGraphicFramePr/>
          <p:nvPr/>
        </p:nvGraphicFramePr>
        <p:xfrm>
          <a:off x="688025" y="2447486"/>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937" name="Google Shape;937;p317"/>
          <p:cNvSpPr/>
          <p:nvPr/>
        </p:nvSpPr>
        <p:spPr>
          <a:xfrm>
            <a:off x="3144231" y="3001435"/>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38" name="Google Shape;938;p317"/>
          <p:cNvSpPr/>
          <p:nvPr/>
        </p:nvSpPr>
        <p:spPr>
          <a:xfrm>
            <a:off x="6755501" y="1296960"/>
            <a:ext cx="5108331"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X1 = (5x1) + (2x2) + (9x1) = 5+4+9 = 18</a:t>
            </a:r>
            <a:endParaRPr sz="2000" b="1" i="0" u="none" strike="noStrike" cap="none">
              <a:solidFill>
                <a:schemeClr val="dk1"/>
              </a:solidFill>
              <a:latin typeface="Arial"/>
              <a:ea typeface="Arial"/>
              <a:cs typeface="Arial"/>
              <a:sym typeface="Arial"/>
            </a:endParaRPr>
          </a:p>
        </p:txBody>
      </p:sp>
      <p:sp>
        <p:nvSpPr>
          <p:cNvPr id="939" name="Google Shape;939;p317"/>
          <p:cNvSpPr/>
          <p:nvPr/>
        </p:nvSpPr>
        <p:spPr>
          <a:xfrm>
            <a:off x="6755501" y="1979266"/>
            <a:ext cx="5108331"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X2 = (5x2) + (2x1) + (9x2) = 10+2+18 = 30</a:t>
            </a:r>
            <a:endParaRPr sz="2000" b="1" i="0" u="none" strike="noStrike" cap="none">
              <a:solidFill>
                <a:schemeClr val="dk1"/>
              </a:solidFill>
              <a:latin typeface="Arial"/>
              <a:ea typeface="Arial"/>
              <a:cs typeface="Arial"/>
              <a:sym typeface="Arial"/>
            </a:endParaRPr>
          </a:p>
        </p:txBody>
      </p:sp>
      <p:sp>
        <p:nvSpPr>
          <p:cNvPr id="940" name="Google Shape;940;p317"/>
          <p:cNvSpPr/>
          <p:nvPr/>
        </p:nvSpPr>
        <p:spPr>
          <a:xfrm>
            <a:off x="6755500" y="3020965"/>
            <a:ext cx="5108331" cy="562707"/>
          </a:xfrm>
          <a:prstGeom prst="flowChartAlternateProcess">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X1 = (4x1) + (6x2) + (7x1) = 4+12+7 = 23</a:t>
            </a:r>
            <a:endParaRPr sz="2000" b="1" i="0" u="none" strike="noStrike" cap="none">
              <a:solidFill>
                <a:schemeClr val="dk1"/>
              </a:solidFill>
              <a:latin typeface="Arial"/>
              <a:ea typeface="Arial"/>
              <a:cs typeface="Arial"/>
              <a:sym typeface="Arial"/>
            </a:endParaRPr>
          </a:p>
        </p:txBody>
      </p:sp>
      <p:sp>
        <p:nvSpPr>
          <p:cNvPr id="941" name="Google Shape;941;p317"/>
          <p:cNvSpPr/>
          <p:nvPr/>
        </p:nvSpPr>
        <p:spPr>
          <a:xfrm>
            <a:off x="6755500" y="3703271"/>
            <a:ext cx="5108331" cy="562707"/>
          </a:xfrm>
          <a:prstGeom prst="flowChartAlternateProcess">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X2 = (4x2) + (6x1) + (7x2) = 8+6+14 = 28</a:t>
            </a:r>
            <a:endParaRPr sz="2000" b="1" i="0" u="none" strike="noStrike" cap="none">
              <a:solidFill>
                <a:schemeClr val="dk1"/>
              </a:solidFill>
              <a:latin typeface="Arial"/>
              <a:ea typeface="Arial"/>
              <a:cs typeface="Arial"/>
              <a:sym typeface="Arial"/>
            </a:endParaRPr>
          </a:p>
        </p:txBody>
      </p:sp>
      <p:sp>
        <p:nvSpPr>
          <p:cNvPr id="942" name="Google Shape;942;p317"/>
          <p:cNvSpPr/>
          <p:nvPr/>
        </p:nvSpPr>
        <p:spPr>
          <a:xfrm>
            <a:off x="6755501" y="4568411"/>
            <a:ext cx="5108331" cy="562707"/>
          </a:xfrm>
          <a:prstGeom prst="flowChartAlternateProcess">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X1 = (1x1) + (3x2) + (8x1) = 1+6+8 = 15</a:t>
            </a:r>
            <a:endParaRPr sz="2000" b="1" i="0" u="none" strike="noStrike" cap="none">
              <a:solidFill>
                <a:schemeClr val="dk1"/>
              </a:solidFill>
              <a:latin typeface="Arial"/>
              <a:ea typeface="Arial"/>
              <a:cs typeface="Arial"/>
              <a:sym typeface="Arial"/>
            </a:endParaRPr>
          </a:p>
        </p:txBody>
      </p:sp>
      <p:sp>
        <p:nvSpPr>
          <p:cNvPr id="943" name="Google Shape;943;p317"/>
          <p:cNvSpPr/>
          <p:nvPr/>
        </p:nvSpPr>
        <p:spPr>
          <a:xfrm>
            <a:off x="6755501" y="5250717"/>
            <a:ext cx="5108331" cy="562707"/>
          </a:xfrm>
          <a:prstGeom prst="flowChartAlternateProcess">
            <a:avLst/>
          </a:prstGeom>
          <a:no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X2 = (1x2) + (3x1) + (8x2) = 2+3+16 = 21</a:t>
            </a:r>
            <a:endParaRPr sz="2000" b="1" i="0" u="none" strike="noStrike" cap="none">
              <a:solidFill>
                <a:schemeClr val="dk1"/>
              </a:solidFill>
              <a:latin typeface="Arial"/>
              <a:ea typeface="Arial"/>
              <a:cs typeface="Arial"/>
              <a:sym typeface="Arial"/>
            </a:endParaRPr>
          </a:p>
        </p:txBody>
      </p:sp>
      <p:grpSp>
        <p:nvGrpSpPr>
          <p:cNvPr id="944" name="Google Shape;944;p317"/>
          <p:cNvGrpSpPr/>
          <p:nvPr/>
        </p:nvGrpSpPr>
        <p:grpSpPr>
          <a:xfrm rot="5400000">
            <a:off x="3652822" y="2568311"/>
            <a:ext cx="2584618" cy="1727063"/>
            <a:chOff x="4423877" y="3182812"/>
            <a:chExt cx="1894793" cy="2593731"/>
          </a:xfrm>
        </p:grpSpPr>
        <p:sp>
          <p:nvSpPr>
            <p:cNvPr id="945" name="Google Shape;945;p317"/>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46" name="Google Shape;946;p317"/>
            <p:cNvSpPr/>
            <p:nvPr/>
          </p:nvSpPr>
          <p:spPr>
            <a:xfrm>
              <a:off x="5931809"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947" name="Google Shape;947;p317"/>
          <p:cNvGraphicFramePr/>
          <p:nvPr/>
        </p:nvGraphicFramePr>
        <p:xfrm>
          <a:off x="4228001" y="2385401"/>
          <a:ext cx="1434250" cy="2129025"/>
        </p:xfrm>
        <a:graphic>
          <a:graphicData uri="http://schemas.openxmlformats.org/drawingml/2006/table">
            <a:tbl>
              <a:tblPr firstRow="1" bandRow="1">
                <a:noFill/>
                <a:tableStyleId>{F70B0D8F-0185-44C2-A38C-8BAEE8BBAAC8}</a:tableStyleId>
              </a:tblPr>
              <a:tblGrid>
                <a:gridCol w="717125">
                  <a:extLst>
                    <a:ext uri="{9D8B030D-6E8A-4147-A177-3AD203B41FA5}">
                      <a16:colId xmlns:a16="http://schemas.microsoft.com/office/drawing/2014/main" val="20000"/>
                    </a:ext>
                  </a:extLst>
                </a:gridCol>
                <a:gridCol w="717125">
                  <a:extLst>
                    <a:ext uri="{9D8B030D-6E8A-4147-A177-3AD203B41FA5}">
                      <a16:colId xmlns:a16="http://schemas.microsoft.com/office/drawing/2014/main" val="20001"/>
                    </a:ext>
                  </a:extLst>
                </a:gridCol>
              </a:tblGrid>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8"/>
                                        </p:tgtEl>
                                        <p:attrNameLst>
                                          <p:attrName>style.visibility</p:attrName>
                                        </p:attrNameLst>
                                      </p:cBhvr>
                                      <p:to>
                                        <p:strVal val="visible"/>
                                      </p:to>
                                    </p:set>
                                    <p:animEffect transition="in" filter="fade">
                                      <p:cBhvr>
                                        <p:cTn id="7" dur="500"/>
                                        <p:tgtEl>
                                          <p:spTgt spid="9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39"/>
                                        </p:tgtEl>
                                        <p:attrNameLst>
                                          <p:attrName>style.visibility</p:attrName>
                                        </p:attrNameLst>
                                      </p:cBhvr>
                                      <p:to>
                                        <p:strVal val="visible"/>
                                      </p:to>
                                    </p:set>
                                    <p:animEffect transition="in" filter="fade">
                                      <p:cBhvr>
                                        <p:cTn id="12" dur="500"/>
                                        <p:tgtEl>
                                          <p:spTgt spid="9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40"/>
                                        </p:tgtEl>
                                        <p:attrNameLst>
                                          <p:attrName>style.visibility</p:attrName>
                                        </p:attrNameLst>
                                      </p:cBhvr>
                                      <p:to>
                                        <p:strVal val="visible"/>
                                      </p:to>
                                    </p:set>
                                    <p:animEffect transition="in" filter="fade">
                                      <p:cBhvr>
                                        <p:cTn id="17" dur="500"/>
                                        <p:tgtEl>
                                          <p:spTgt spid="94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41"/>
                                        </p:tgtEl>
                                        <p:attrNameLst>
                                          <p:attrName>style.visibility</p:attrName>
                                        </p:attrNameLst>
                                      </p:cBhvr>
                                      <p:to>
                                        <p:strVal val="visible"/>
                                      </p:to>
                                    </p:set>
                                    <p:animEffect transition="in" filter="fade">
                                      <p:cBhvr>
                                        <p:cTn id="22" dur="500"/>
                                        <p:tgtEl>
                                          <p:spTgt spid="94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42"/>
                                        </p:tgtEl>
                                        <p:attrNameLst>
                                          <p:attrName>style.visibility</p:attrName>
                                        </p:attrNameLst>
                                      </p:cBhvr>
                                      <p:to>
                                        <p:strVal val="visible"/>
                                      </p:to>
                                    </p:set>
                                    <p:animEffect transition="in" filter="fade">
                                      <p:cBhvr>
                                        <p:cTn id="27" dur="500"/>
                                        <p:tgtEl>
                                          <p:spTgt spid="94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43"/>
                                        </p:tgtEl>
                                        <p:attrNameLst>
                                          <p:attrName>style.visibility</p:attrName>
                                        </p:attrNameLst>
                                      </p:cBhvr>
                                      <p:to>
                                        <p:strVal val="visible"/>
                                      </p:to>
                                    </p:set>
                                    <p:animEffect transition="in" filter="fade">
                                      <p:cBhvr>
                                        <p:cTn id="32" dur="500"/>
                                        <p:tgtEl>
                                          <p:spTgt spid="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318"/>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Matrix Multiplication</a:t>
            </a:r>
            <a:endParaRPr/>
          </a:p>
        </p:txBody>
      </p:sp>
      <p:grpSp>
        <p:nvGrpSpPr>
          <p:cNvPr id="954" name="Google Shape;954;p318"/>
          <p:cNvGrpSpPr/>
          <p:nvPr/>
        </p:nvGrpSpPr>
        <p:grpSpPr>
          <a:xfrm>
            <a:off x="1179433" y="1476302"/>
            <a:ext cx="2611315" cy="2593731"/>
            <a:chOff x="4423877" y="3182812"/>
            <a:chExt cx="2611315" cy="2593731"/>
          </a:xfrm>
        </p:grpSpPr>
        <p:sp>
          <p:nvSpPr>
            <p:cNvPr id="955" name="Google Shape;955;p318"/>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56" name="Google Shape;956;p318"/>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957" name="Google Shape;957;p318"/>
          <p:cNvSpPr txBox="1"/>
          <p:nvPr/>
        </p:nvSpPr>
        <p:spPr>
          <a:xfrm>
            <a:off x="1390448" y="1731283"/>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958" name="Google Shape;958;p318"/>
          <p:cNvGraphicFramePr/>
          <p:nvPr/>
        </p:nvGraphicFramePr>
        <p:xfrm>
          <a:off x="1517215" y="1731283"/>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959" name="Google Shape;959;p318"/>
          <p:cNvSpPr/>
          <p:nvPr/>
        </p:nvSpPr>
        <p:spPr>
          <a:xfrm>
            <a:off x="3973421" y="2285232"/>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60" name="Google Shape;960;p318"/>
          <p:cNvSpPr/>
          <p:nvPr/>
        </p:nvSpPr>
        <p:spPr>
          <a:xfrm>
            <a:off x="7599265" y="2294078"/>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61" name="Google Shape;961;p318"/>
          <p:cNvSpPr txBox="1"/>
          <p:nvPr/>
        </p:nvSpPr>
        <p:spPr>
          <a:xfrm>
            <a:off x="9699179" y="1858680"/>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962" name="Google Shape;962;p318"/>
          <p:cNvGrpSpPr/>
          <p:nvPr/>
        </p:nvGrpSpPr>
        <p:grpSpPr>
          <a:xfrm>
            <a:off x="9171641" y="1476301"/>
            <a:ext cx="1821455" cy="2593731"/>
            <a:chOff x="4423877" y="3182812"/>
            <a:chExt cx="2611315" cy="2593731"/>
          </a:xfrm>
        </p:grpSpPr>
        <p:sp>
          <p:nvSpPr>
            <p:cNvPr id="963" name="Google Shape;963;p318"/>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64" name="Google Shape;964;p318"/>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965" name="Google Shape;965;p318"/>
          <p:cNvGraphicFramePr/>
          <p:nvPr/>
        </p:nvGraphicFramePr>
        <p:xfrm>
          <a:off x="9399625" y="1743207"/>
          <a:ext cx="1458550" cy="2059950"/>
        </p:xfrm>
        <a:graphic>
          <a:graphicData uri="http://schemas.openxmlformats.org/drawingml/2006/table">
            <a:tbl>
              <a:tblPr firstRow="1" bandRow="1">
                <a:noFill/>
                <a:tableStyleId>{F70B0D8F-0185-44C2-A38C-8BAEE8BBAAC8}</a:tableStyleId>
              </a:tblPr>
              <a:tblGrid>
                <a:gridCol w="729275">
                  <a:extLst>
                    <a:ext uri="{9D8B030D-6E8A-4147-A177-3AD203B41FA5}">
                      <a16:colId xmlns:a16="http://schemas.microsoft.com/office/drawing/2014/main" val="20000"/>
                    </a:ext>
                  </a:extLst>
                </a:gridCol>
                <a:gridCol w="729275">
                  <a:extLst>
                    <a:ext uri="{9D8B030D-6E8A-4147-A177-3AD203B41FA5}">
                      <a16:colId xmlns:a16="http://schemas.microsoft.com/office/drawing/2014/main" val="20001"/>
                    </a:ext>
                  </a:extLst>
                </a:gridCol>
              </a:tblGrid>
              <a:tr h="68665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18</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30</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68665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23</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28</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r h="68665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15</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21</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2"/>
                  </a:ext>
                </a:extLst>
              </a:tr>
            </a:tbl>
          </a:graphicData>
        </a:graphic>
      </p:graphicFrame>
      <p:grpSp>
        <p:nvGrpSpPr>
          <p:cNvPr id="966" name="Google Shape;966;p318"/>
          <p:cNvGrpSpPr/>
          <p:nvPr/>
        </p:nvGrpSpPr>
        <p:grpSpPr>
          <a:xfrm rot="5400000">
            <a:off x="4836750" y="1914193"/>
            <a:ext cx="2584618" cy="1727063"/>
            <a:chOff x="4423877" y="3182812"/>
            <a:chExt cx="1894793" cy="2593731"/>
          </a:xfrm>
        </p:grpSpPr>
        <p:sp>
          <p:nvSpPr>
            <p:cNvPr id="967" name="Google Shape;967;p318"/>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68" name="Google Shape;968;p318"/>
            <p:cNvSpPr/>
            <p:nvPr/>
          </p:nvSpPr>
          <p:spPr>
            <a:xfrm>
              <a:off x="5931809"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969" name="Google Shape;969;p318"/>
          <p:cNvGraphicFramePr/>
          <p:nvPr/>
        </p:nvGraphicFramePr>
        <p:xfrm>
          <a:off x="5411929" y="1731283"/>
          <a:ext cx="1434250" cy="2129025"/>
        </p:xfrm>
        <a:graphic>
          <a:graphicData uri="http://schemas.openxmlformats.org/drawingml/2006/table">
            <a:tbl>
              <a:tblPr firstRow="1" bandRow="1">
                <a:noFill/>
                <a:tableStyleId>{F70B0D8F-0185-44C2-A38C-8BAEE8BBAAC8}</a:tableStyleId>
              </a:tblPr>
              <a:tblGrid>
                <a:gridCol w="717125">
                  <a:extLst>
                    <a:ext uri="{9D8B030D-6E8A-4147-A177-3AD203B41FA5}">
                      <a16:colId xmlns:a16="http://schemas.microsoft.com/office/drawing/2014/main" val="20000"/>
                    </a:ext>
                  </a:extLst>
                </a:gridCol>
                <a:gridCol w="717125">
                  <a:extLst>
                    <a:ext uri="{9D8B030D-6E8A-4147-A177-3AD203B41FA5}">
                      <a16:colId xmlns:a16="http://schemas.microsoft.com/office/drawing/2014/main" val="20001"/>
                    </a:ext>
                  </a:extLst>
                </a:gridCol>
              </a:tblGrid>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r h="7096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2"/>
                  </a:ext>
                </a:extLst>
              </a:tr>
            </a:tbl>
          </a:graphicData>
        </a:graphic>
      </p:graphicFrame>
      <p:sp>
        <p:nvSpPr>
          <p:cNvPr id="970" name="Google Shape;970;p318"/>
          <p:cNvSpPr/>
          <p:nvPr/>
        </p:nvSpPr>
        <p:spPr>
          <a:xfrm>
            <a:off x="442123" y="4705594"/>
            <a:ext cx="11236568" cy="129822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There is a </a:t>
            </a:r>
            <a:r>
              <a:rPr lang="en-US" sz="2000" b="1" i="0" u="none" strike="noStrike" cap="none">
                <a:solidFill>
                  <a:srgbClr val="000000"/>
                </a:solidFill>
                <a:latin typeface="Calibri"/>
                <a:ea typeface="Calibri"/>
                <a:cs typeface="Calibri"/>
                <a:sym typeface="Calibri"/>
              </a:rPr>
              <a:t>limitation </a:t>
            </a:r>
            <a:r>
              <a:rPr lang="en-US" sz="2000" b="0" i="0" u="none" strike="noStrike" cap="none">
                <a:solidFill>
                  <a:srgbClr val="000000"/>
                </a:solidFill>
                <a:latin typeface="Calibri"/>
                <a:ea typeface="Calibri"/>
                <a:cs typeface="Calibri"/>
                <a:sym typeface="Calibri"/>
              </a:rPr>
              <a:t>with matrix multiplication that states that the </a:t>
            </a:r>
            <a:r>
              <a:rPr lang="en-US" sz="2000" b="1" i="0" u="none" strike="noStrike" cap="none">
                <a:solidFill>
                  <a:srgbClr val="000000"/>
                </a:solidFill>
                <a:latin typeface="Calibri"/>
                <a:ea typeface="Calibri"/>
                <a:cs typeface="Calibri"/>
                <a:sym typeface="Calibri"/>
              </a:rPr>
              <a:t>columns of the first matrix should always be equal to the rows of the second matrix</a:t>
            </a:r>
            <a:r>
              <a:rPr lang="en-US" sz="2000" b="0" i="0" u="none" strike="noStrike" cap="none">
                <a:solidFill>
                  <a:srgbClr val="000000"/>
                </a:solidFill>
                <a:latin typeface="Calibri"/>
                <a:ea typeface="Calibri"/>
                <a:cs typeface="Calibri"/>
                <a:sym typeface="Calibri"/>
              </a:rPr>
              <a:t>. For example – if the dimensions of the above matrices were 3x</a:t>
            </a:r>
            <a:r>
              <a:rPr lang="en-US" sz="2000" b="1" i="0" u="none" strike="noStrike" cap="none">
                <a:solidFill>
                  <a:srgbClr val="000000"/>
                </a:solidFill>
                <a:latin typeface="Calibri"/>
                <a:ea typeface="Calibri"/>
                <a:cs typeface="Calibri"/>
                <a:sym typeface="Calibri"/>
              </a:rPr>
              <a:t>3</a:t>
            </a:r>
            <a:r>
              <a:rPr lang="en-US" sz="2000" b="0" i="0" u="none" strike="noStrike" cap="none">
                <a:solidFill>
                  <a:srgbClr val="000000"/>
                </a:solidFill>
                <a:latin typeface="Calibri"/>
                <a:ea typeface="Calibri"/>
                <a:cs typeface="Calibri"/>
                <a:sym typeface="Calibri"/>
              </a:rPr>
              <a:t> and </a:t>
            </a:r>
            <a:r>
              <a:rPr lang="en-US" sz="2000" b="1" i="0" u="none" strike="noStrike" cap="none">
                <a:solidFill>
                  <a:srgbClr val="000000"/>
                </a:solidFill>
                <a:latin typeface="Calibri"/>
                <a:ea typeface="Calibri"/>
                <a:cs typeface="Calibri"/>
                <a:sym typeface="Calibri"/>
              </a:rPr>
              <a:t>2</a:t>
            </a:r>
            <a:r>
              <a:rPr lang="en-US" sz="2000" b="0" i="0" u="none" strike="noStrike" cap="none">
                <a:solidFill>
                  <a:srgbClr val="000000"/>
                </a:solidFill>
                <a:latin typeface="Calibri"/>
                <a:ea typeface="Calibri"/>
                <a:cs typeface="Calibri"/>
                <a:sym typeface="Calibri"/>
              </a:rPr>
              <a:t>x2, the multiplication would not have been possible. </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p319"/>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Hands on - Python</a:t>
            </a:r>
            <a:endParaRPr sz="1400" b="0" i="0" u="none" strike="noStrike" cap="none">
              <a:solidFill>
                <a:srgbClr val="000000"/>
              </a:solidFill>
              <a:latin typeface="Arial"/>
              <a:ea typeface="Arial"/>
              <a:cs typeface="Arial"/>
              <a:sym typeface="Arial"/>
            </a:endParaRPr>
          </a:p>
        </p:txBody>
      </p:sp>
      <p:sp>
        <p:nvSpPr>
          <p:cNvPr id="977" name="Google Shape;977;p319"/>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978" name="Google Shape;978;p319"/>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979" name="Google Shape;979;p319"/>
          <p:cNvSpPr txBox="1"/>
          <p:nvPr/>
        </p:nvSpPr>
        <p:spPr>
          <a:xfrm>
            <a:off x="8748346" y="1547454"/>
            <a:ext cx="182880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Output</a:t>
            </a:r>
            <a:endParaRPr sz="1800" b="1" i="0" u="none" strike="noStrike" cap="none">
              <a:solidFill>
                <a:srgbClr val="000000"/>
              </a:solidFill>
              <a:latin typeface="Arial"/>
              <a:ea typeface="Arial"/>
              <a:cs typeface="Arial"/>
              <a:sym typeface="Arial"/>
            </a:endParaRPr>
          </a:p>
        </p:txBody>
      </p:sp>
      <p:sp>
        <p:nvSpPr>
          <p:cNvPr id="980" name="Google Shape;980;p319"/>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In this example, we have used the numpy.dot() method to multiply the two matrices.</a:t>
            </a:r>
            <a:endParaRPr/>
          </a:p>
        </p:txBody>
      </p:sp>
      <p:pic>
        <p:nvPicPr>
          <p:cNvPr id="981" name="Google Shape;981;p319"/>
          <p:cNvPicPr preferRelativeResize="0"/>
          <p:nvPr/>
        </p:nvPicPr>
        <p:blipFill rotWithShape="1">
          <a:blip r:embed="rId3">
            <a:alphaModFix/>
          </a:blip>
          <a:srcRect/>
          <a:stretch/>
        </p:blipFill>
        <p:spPr>
          <a:xfrm>
            <a:off x="1241083" y="2271055"/>
            <a:ext cx="5916179" cy="1858693"/>
          </a:xfrm>
          <a:prstGeom prst="rect">
            <a:avLst/>
          </a:prstGeom>
          <a:noFill/>
          <a:ln>
            <a:noFill/>
          </a:ln>
        </p:spPr>
      </p:pic>
      <p:pic>
        <p:nvPicPr>
          <p:cNvPr id="982" name="Google Shape;982;p319"/>
          <p:cNvPicPr preferRelativeResize="0"/>
          <p:nvPr/>
        </p:nvPicPr>
        <p:blipFill rotWithShape="1">
          <a:blip r:embed="rId4">
            <a:alphaModFix/>
          </a:blip>
          <a:srcRect/>
          <a:stretch/>
        </p:blipFill>
        <p:spPr>
          <a:xfrm>
            <a:off x="8578250" y="2271055"/>
            <a:ext cx="2168992" cy="172065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320"/>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Matrix Multiplication</a:t>
            </a:r>
            <a:endParaRPr/>
          </a:p>
        </p:txBody>
      </p:sp>
      <p:grpSp>
        <p:nvGrpSpPr>
          <p:cNvPr id="989" name="Google Shape;989;p320"/>
          <p:cNvGrpSpPr/>
          <p:nvPr/>
        </p:nvGrpSpPr>
        <p:grpSpPr>
          <a:xfrm>
            <a:off x="622806" y="2348767"/>
            <a:ext cx="2611315" cy="2593731"/>
            <a:chOff x="4423877" y="3182812"/>
            <a:chExt cx="2611315" cy="2593731"/>
          </a:xfrm>
        </p:grpSpPr>
        <p:sp>
          <p:nvSpPr>
            <p:cNvPr id="990" name="Google Shape;990;p320"/>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91" name="Google Shape;991;p320"/>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992" name="Google Shape;992;p320"/>
          <p:cNvSpPr txBox="1"/>
          <p:nvPr/>
        </p:nvSpPr>
        <p:spPr>
          <a:xfrm>
            <a:off x="833821" y="2603748"/>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993" name="Google Shape;993;p320"/>
          <p:cNvGraphicFramePr/>
          <p:nvPr/>
        </p:nvGraphicFramePr>
        <p:xfrm>
          <a:off x="960588" y="2603748"/>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994" name="Google Shape;994;p320"/>
          <p:cNvSpPr/>
          <p:nvPr/>
        </p:nvSpPr>
        <p:spPr>
          <a:xfrm>
            <a:off x="3416794" y="3157697"/>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95" name="Google Shape;995;p320"/>
          <p:cNvSpPr/>
          <p:nvPr/>
        </p:nvSpPr>
        <p:spPr>
          <a:xfrm>
            <a:off x="7042638" y="3166543"/>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96" name="Google Shape;996;p320"/>
          <p:cNvSpPr txBox="1"/>
          <p:nvPr/>
        </p:nvSpPr>
        <p:spPr>
          <a:xfrm>
            <a:off x="9142552" y="2603694"/>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997" name="Google Shape;997;p320"/>
          <p:cNvGrpSpPr/>
          <p:nvPr/>
        </p:nvGrpSpPr>
        <p:grpSpPr>
          <a:xfrm>
            <a:off x="4297991" y="2348767"/>
            <a:ext cx="2611315" cy="2593731"/>
            <a:chOff x="4423877" y="3182812"/>
            <a:chExt cx="2611315" cy="2593731"/>
          </a:xfrm>
        </p:grpSpPr>
        <p:sp>
          <p:nvSpPr>
            <p:cNvPr id="998" name="Google Shape;998;p320"/>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99" name="Google Shape;999;p320"/>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000" name="Google Shape;1000;p320"/>
          <p:cNvSpPr txBox="1"/>
          <p:nvPr/>
        </p:nvSpPr>
        <p:spPr>
          <a:xfrm>
            <a:off x="4509006" y="2603748"/>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001" name="Google Shape;1001;p320"/>
          <p:cNvGraphicFramePr/>
          <p:nvPr/>
        </p:nvGraphicFramePr>
        <p:xfrm>
          <a:off x="4635773" y="2603748"/>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002" name="Google Shape;1002;p320"/>
          <p:cNvSpPr/>
          <p:nvPr/>
        </p:nvSpPr>
        <p:spPr>
          <a:xfrm>
            <a:off x="8335107" y="1880959"/>
            <a:ext cx="3534507" cy="352934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The dimension of the first matrix is 3x3 and that of the vector is 3x3. Therefore, the dimension of the resultant matrix will be  3x3. </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p321"/>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Matrix Multiplication</a:t>
            </a:r>
            <a:endParaRPr/>
          </a:p>
        </p:txBody>
      </p:sp>
      <p:grpSp>
        <p:nvGrpSpPr>
          <p:cNvPr id="1009" name="Google Shape;1009;p321"/>
          <p:cNvGrpSpPr/>
          <p:nvPr/>
        </p:nvGrpSpPr>
        <p:grpSpPr>
          <a:xfrm>
            <a:off x="622806" y="2348767"/>
            <a:ext cx="2611315" cy="2593731"/>
            <a:chOff x="4423877" y="3182812"/>
            <a:chExt cx="2611315" cy="2593731"/>
          </a:xfrm>
        </p:grpSpPr>
        <p:sp>
          <p:nvSpPr>
            <p:cNvPr id="1010" name="Google Shape;1010;p321"/>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11" name="Google Shape;1011;p321"/>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012" name="Google Shape;1012;p321"/>
          <p:cNvSpPr txBox="1"/>
          <p:nvPr/>
        </p:nvSpPr>
        <p:spPr>
          <a:xfrm>
            <a:off x="833821" y="2603748"/>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013" name="Google Shape;1013;p321"/>
          <p:cNvGraphicFramePr/>
          <p:nvPr/>
        </p:nvGraphicFramePr>
        <p:xfrm>
          <a:off x="960588" y="2603748"/>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014" name="Google Shape;1014;p321"/>
          <p:cNvSpPr/>
          <p:nvPr/>
        </p:nvSpPr>
        <p:spPr>
          <a:xfrm>
            <a:off x="3416794" y="3157697"/>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15" name="Google Shape;1015;p321"/>
          <p:cNvSpPr/>
          <p:nvPr/>
        </p:nvSpPr>
        <p:spPr>
          <a:xfrm>
            <a:off x="7042638" y="3166543"/>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16" name="Google Shape;1016;p321"/>
          <p:cNvSpPr txBox="1"/>
          <p:nvPr/>
        </p:nvSpPr>
        <p:spPr>
          <a:xfrm>
            <a:off x="9142552" y="2603694"/>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1017" name="Google Shape;1017;p321"/>
          <p:cNvGrpSpPr/>
          <p:nvPr/>
        </p:nvGrpSpPr>
        <p:grpSpPr>
          <a:xfrm>
            <a:off x="4297991" y="2348767"/>
            <a:ext cx="2611315" cy="2593731"/>
            <a:chOff x="4423877" y="3182812"/>
            <a:chExt cx="2611315" cy="2593731"/>
          </a:xfrm>
        </p:grpSpPr>
        <p:sp>
          <p:nvSpPr>
            <p:cNvPr id="1018" name="Google Shape;1018;p321"/>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19" name="Google Shape;1019;p321"/>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020" name="Google Shape;1020;p321"/>
          <p:cNvSpPr txBox="1"/>
          <p:nvPr/>
        </p:nvSpPr>
        <p:spPr>
          <a:xfrm>
            <a:off x="4509006" y="2603748"/>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021" name="Google Shape;1021;p321"/>
          <p:cNvGraphicFramePr/>
          <p:nvPr/>
        </p:nvGraphicFramePr>
        <p:xfrm>
          <a:off x="4635773" y="2603748"/>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022" name="Google Shape;1022;p321"/>
          <p:cNvSpPr/>
          <p:nvPr/>
        </p:nvSpPr>
        <p:spPr>
          <a:xfrm>
            <a:off x="8335107" y="1880959"/>
            <a:ext cx="3534507" cy="352934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The approach would be same here, we will multiply the rows of the first matrix to the column of the second matrix. </a:t>
            </a:r>
            <a:endParaRPr/>
          </a:p>
        </p:txBody>
      </p:sp>
      <p:sp>
        <p:nvSpPr>
          <p:cNvPr id="1023" name="Google Shape;1023;p321"/>
          <p:cNvSpPr/>
          <p:nvPr/>
        </p:nvSpPr>
        <p:spPr>
          <a:xfrm>
            <a:off x="1044837" y="2630376"/>
            <a:ext cx="1802423"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1024" name="Google Shape;1024;p321"/>
          <p:cNvSpPr/>
          <p:nvPr/>
        </p:nvSpPr>
        <p:spPr>
          <a:xfrm rot="5400000">
            <a:off x="4100164" y="3364277"/>
            <a:ext cx="1802423"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3"/>
                                        </p:tgtEl>
                                        <p:attrNameLst>
                                          <p:attrName>style.visibility</p:attrName>
                                        </p:attrNameLst>
                                      </p:cBhvr>
                                      <p:to>
                                        <p:strVal val="visible"/>
                                      </p:to>
                                    </p:set>
                                    <p:animEffect transition="in" filter="fade">
                                      <p:cBhvr>
                                        <p:cTn id="7" dur="500"/>
                                        <p:tgtEl>
                                          <p:spTgt spid="1023"/>
                                        </p:tgtEl>
                                      </p:cBhvr>
                                    </p:animEffect>
                                  </p:childTnLst>
                                </p:cTn>
                              </p:par>
                              <p:par>
                                <p:cTn id="8" presetID="10" presetClass="entr" presetSubtype="0" fill="hold" nodeType="withEffect">
                                  <p:stCondLst>
                                    <p:cond delay="0"/>
                                  </p:stCondLst>
                                  <p:childTnLst>
                                    <p:set>
                                      <p:cBhvr>
                                        <p:cTn id="9" dur="1" fill="hold">
                                          <p:stCondLst>
                                            <p:cond delay="0"/>
                                          </p:stCondLst>
                                        </p:cTn>
                                        <p:tgtEl>
                                          <p:spTgt spid="1024"/>
                                        </p:tgtEl>
                                        <p:attrNameLst>
                                          <p:attrName>style.visibility</p:attrName>
                                        </p:attrNameLst>
                                      </p:cBhvr>
                                      <p:to>
                                        <p:strVal val="visible"/>
                                      </p:to>
                                    </p:set>
                                    <p:animEffect transition="in" filter="fade">
                                      <p:cBhvr>
                                        <p:cTn id="10" dur="500"/>
                                        <p:tgtEl>
                                          <p:spTgt spid="1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p322"/>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Matrix Multiplication</a:t>
            </a:r>
            <a:endParaRPr/>
          </a:p>
        </p:txBody>
      </p:sp>
      <p:grpSp>
        <p:nvGrpSpPr>
          <p:cNvPr id="1031" name="Google Shape;1031;p322"/>
          <p:cNvGrpSpPr/>
          <p:nvPr/>
        </p:nvGrpSpPr>
        <p:grpSpPr>
          <a:xfrm>
            <a:off x="622806" y="1614659"/>
            <a:ext cx="2611315" cy="2593731"/>
            <a:chOff x="4423877" y="3182812"/>
            <a:chExt cx="2611315" cy="2593731"/>
          </a:xfrm>
        </p:grpSpPr>
        <p:sp>
          <p:nvSpPr>
            <p:cNvPr id="1032" name="Google Shape;1032;p322"/>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33" name="Google Shape;1033;p322"/>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034" name="Google Shape;1034;p322"/>
          <p:cNvSpPr txBox="1"/>
          <p:nvPr/>
        </p:nvSpPr>
        <p:spPr>
          <a:xfrm>
            <a:off x="833821" y="1869640"/>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035" name="Google Shape;1035;p322"/>
          <p:cNvGraphicFramePr/>
          <p:nvPr/>
        </p:nvGraphicFramePr>
        <p:xfrm>
          <a:off x="960588" y="1869640"/>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036" name="Google Shape;1036;p322"/>
          <p:cNvSpPr/>
          <p:nvPr/>
        </p:nvSpPr>
        <p:spPr>
          <a:xfrm>
            <a:off x="3416794" y="2423589"/>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37" name="Google Shape;1037;p322"/>
          <p:cNvSpPr/>
          <p:nvPr/>
        </p:nvSpPr>
        <p:spPr>
          <a:xfrm>
            <a:off x="7042638" y="2432435"/>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38" name="Google Shape;1038;p322"/>
          <p:cNvSpPr txBox="1"/>
          <p:nvPr/>
        </p:nvSpPr>
        <p:spPr>
          <a:xfrm>
            <a:off x="9142552" y="1869586"/>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1039" name="Google Shape;1039;p322"/>
          <p:cNvGrpSpPr/>
          <p:nvPr/>
        </p:nvGrpSpPr>
        <p:grpSpPr>
          <a:xfrm>
            <a:off x="4297991" y="1614659"/>
            <a:ext cx="2611315" cy="2593731"/>
            <a:chOff x="4423877" y="3182812"/>
            <a:chExt cx="2611315" cy="2593731"/>
          </a:xfrm>
        </p:grpSpPr>
        <p:sp>
          <p:nvSpPr>
            <p:cNvPr id="1040" name="Google Shape;1040;p322"/>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41" name="Google Shape;1041;p322"/>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042" name="Google Shape;1042;p322"/>
          <p:cNvSpPr txBox="1"/>
          <p:nvPr/>
        </p:nvSpPr>
        <p:spPr>
          <a:xfrm>
            <a:off x="4509006" y="1869640"/>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043" name="Google Shape;1043;p322"/>
          <p:cNvGraphicFramePr/>
          <p:nvPr/>
        </p:nvGraphicFramePr>
        <p:xfrm>
          <a:off x="4635773" y="1869640"/>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1044" name="Google Shape;1044;p322"/>
          <p:cNvGrpSpPr/>
          <p:nvPr/>
        </p:nvGrpSpPr>
        <p:grpSpPr>
          <a:xfrm>
            <a:off x="8255978" y="1614659"/>
            <a:ext cx="3683976" cy="2593731"/>
            <a:chOff x="4423877" y="3182812"/>
            <a:chExt cx="2611315" cy="2593731"/>
          </a:xfrm>
        </p:grpSpPr>
        <p:sp>
          <p:nvSpPr>
            <p:cNvPr id="1045" name="Google Shape;1045;p322"/>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46" name="Google Shape;1046;p322"/>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047" name="Google Shape;1047;p322"/>
          <p:cNvSpPr txBox="1"/>
          <p:nvPr/>
        </p:nvSpPr>
        <p:spPr>
          <a:xfrm>
            <a:off x="9045837" y="1869640"/>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048" name="Google Shape;1048;p322"/>
          <p:cNvGraphicFramePr/>
          <p:nvPr/>
        </p:nvGraphicFramePr>
        <p:xfrm>
          <a:off x="8404000" y="1869586"/>
          <a:ext cx="3351300" cy="2057400"/>
        </p:xfrm>
        <a:graphic>
          <a:graphicData uri="http://schemas.openxmlformats.org/drawingml/2006/table">
            <a:tbl>
              <a:tblPr firstRow="1" bandRow="1">
                <a:noFill/>
                <a:tableStyleId>{E5F09473-F245-49D5-B950-E14C9893E584}</a:tableStyleId>
              </a:tblPr>
              <a:tblGrid>
                <a:gridCol w="1117100">
                  <a:extLst>
                    <a:ext uri="{9D8B030D-6E8A-4147-A177-3AD203B41FA5}">
                      <a16:colId xmlns:a16="http://schemas.microsoft.com/office/drawing/2014/main" val="20000"/>
                    </a:ext>
                  </a:extLst>
                </a:gridCol>
                <a:gridCol w="1117100">
                  <a:extLst>
                    <a:ext uri="{9D8B030D-6E8A-4147-A177-3AD203B41FA5}">
                      <a16:colId xmlns:a16="http://schemas.microsoft.com/office/drawing/2014/main" val="20001"/>
                    </a:ext>
                  </a:extLst>
                </a:gridCol>
                <a:gridCol w="1117100">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049" name="Google Shape;1049;p322"/>
          <p:cNvSpPr/>
          <p:nvPr/>
        </p:nvSpPr>
        <p:spPr>
          <a:xfrm>
            <a:off x="862628" y="4743543"/>
            <a:ext cx="5108331"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X1 = (5x1) + (2x3) + (9x4) = 5+6+36 = 47</a:t>
            </a:r>
            <a:endParaRPr sz="2000" b="1" i="0" u="none" strike="noStrike" cap="none">
              <a:solidFill>
                <a:schemeClr val="dk1"/>
              </a:solidFill>
              <a:latin typeface="Arial"/>
              <a:ea typeface="Arial"/>
              <a:cs typeface="Arial"/>
              <a:sym typeface="Arial"/>
            </a:endParaRPr>
          </a:p>
        </p:txBody>
      </p:sp>
      <p:sp>
        <p:nvSpPr>
          <p:cNvPr id="1050" name="Google Shape;1050;p322"/>
          <p:cNvSpPr/>
          <p:nvPr/>
        </p:nvSpPr>
        <p:spPr>
          <a:xfrm>
            <a:off x="862628" y="5490889"/>
            <a:ext cx="5108331"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X2 = (5x2) + (2x1) + (9x2) = 10+2+18 = 30</a:t>
            </a:r>
            <a:endParaRPr sz="2000" b="1" i="0" u="none" strike="noStrike" cap="none">
              <a:solidFill>
                <a:schemeClr val="dk1"/>
              </a:solidFill>
              <a:latin typeface="Arial"/>
              <a:ea typeface="Arial"/>
              <a:cs typeface="Arial"/>
              <a:sym typeface="Arial"/>
            </a:endParaRPr>
          </a:p>
        </p:txBody>
      </p:sp>
      <p:sp>
        <p:nvSpPr>
          <p:cNvPr id="1051" name="Google Shape;1051;p322"/>
          <p:cNvSpPr/>
          <p:nvPr/>
        </p:nvSpPr>
        <p:spPr>
          <a:xfrm>
            <a:off x="1044836" y="1879597"/>
            <a:ext cx="1802423"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1052" name="Google Shape;1052;p322"/>
          <p:cNvSpPr/>
          <p:nvPr/>
        </p:nvSpPr>
        <p:spPr>
          <a:xfrm rot="5400000">
            <a:off x="4100163" y="2613498"/>
            <a:ext cx="1802423"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1053" name="Google Shape;1053;p322"/>
          <p:cNvSpPr/>
          <p:nvPr/>
        </p:nvSpPr>
        <p:spPr>
          <a:xfrm>
            <a:off x="8557863" y="1981772"/>
            <a:ext cx="804497"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1054" name="Google Shape;1054;p322"/>
          <p:cNvSpPr/>
          <p:nvPr/>
        </p:nvSpPr>
        <p:spPr>
          <a:xfrm>
            <a:off x="9677435" y="1979814"/>
            <a:ext cx="804497"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1"/>
                                        </p:tgtEl>
                                        <p:attrNameLst>
                                          <p:attrName>style.visibility</p:attrName>
                                        </p:attrNameLst>
                                      </p:cBhvr>
                                      <p:to>
                                        <p:strVal val="visible"/>
                                      </p:to>
                                    </p:set>
                                    <p:animEffect transition="in" filter="fade">
                                      <p:cBhvr>
                                        <p:cTn id="7" dur="500"/>
                                        <p:tgtEl>
                                          <p:spTgt spid="1051"/>
                                        </p:tgtEl>
                                      </p:cBhvr>
                                    </p:animEffect>
                                  </p:childTnLst>
                                </p:cTn>
                              </p:par>
                              <p:par>
                                <p:cTn id="8" presetID="10" presetClass="entr" presetSubtype="0" fill="hold" nodeType="withEffect">
                                  <p:stCondLst>
                                    <p:cond delay="0"/>
                                  </p:stCondLst>
                                  <p:childTnLst>
                                    <p:set>
                                      <p:cBhvr>
                                        <p:cTn id="9" dur="1" fill="hold">
                                          <p:stCondLst>
                                            <p:cond delay="0"/>
                                          </p:stCondLst>
                                        </p:cTn>
                                        <p:tgtEl>
                                          <p:spTgt spid="1052"/>
                                        </p:tgtEl>
                                        <p:attrNameLst>
                                          <p:attrName>style.visibility</p:attrName>
                                        </p:attrNameLst>
                                      </p:cBhvr>
                                      <p:to>
                                        <p:strVal val="visible"/>
                                      </p:to>
                                    </p:set>
                                    <p:animEffect transition="in" filter="fade">
                                      <p:cBhvr>
                                        <p:cTn id="10" dur="500"/>
                                        <p:tgtEl>
                                          <p:spTgt spid="105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49"/>
                                        </p:tgtEl>
                                        <p:attrNameLst>
                                          <p:attrName>style.visibility</p:attrName>
                                        </p:attrNameLst>
                                      </p:cBhvr>
                                      <p:to>
                                        <p:strVal val="visible"/>
                                      </p:to>
                                    </p:set>
                                    <p:animEffect transition="in" filter="fade">
                                      <p:cBhvr>
                                        <p:cTn id="15" dur="500"/>
                                        <p:tgtEl>
                                          <p:spTgt spid="104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53"/>
                                        </p:tgtEl>
                                        <p:attrNameLst>
                                          <p:attrName>style.visibility</p:attrName>
                                        </p:attrNameLst>
                                      </p:cBhvr>
                                      <p:to>
                                        <p:strVal val="visible"/>
                                      </p:to>
                                    </p:set>
                                    <p:animEffect transition="in" filter="fade">
                                      <p:cBhvr>
                                        <p:cTn id="20" dur="500"/>
                                        <p:tgtEl>
                                          <p:spTgt spid="105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50"/>
                                        </p:tgtEl>
                                        <p:attrNameLst>
                                          <p:attrName>style.visibility</p:attrName>
                                        </p:attrNameLst>
                                      </p:cBhvr>
                                      <p:to>
                                        <p:strVal val="visible"/>
                                      </p:to>
                                    </p:set>
                                    <p:animEffect transition="in" filter="fade">
                                      <p:cBhvr>
                                        <p:cTn id="25" dur="500"/>
                                        <p:tgtEl>
                                          <p:spTgt spid="105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054"/>
                                        </p:tgtEl>
                                        <p:attrNameLst>
                                          <p:attrName>style.visibility</p:attrName>
                                        </p:attrNameLst>
                                      </p:cBhvr>
                                      <p:to>
                                        <p:strVal val="visible"/>
                                      </p:to>
                                    </p:set>
                                    <p:animEffect transition="in" filter="fade">
                                      <p:cBhvr>
                                        <p:cTn id="30" dur="500"/>
                                        <p:tgtEl>
                                          <p:spTgt spid="1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323"/>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Matrix Multiplication</a:t>
            </a:r>
            <a:endParaRPr/>
          </a:p>
        </p:txBody>
      </p:sp>
      <p:grpSp>
        <p:nvGrpSpPr>
          <p:cNvPr id="1061" name="Google Shape;1061;p323"/>
          <p:cNvGrpSpPr/>
          <p:nvPr/>
        </p:nvGrpSpPr>
        <p:grpSpPr>
          <a:xfrm>
            <a:off x="622806" y="1614659"/>
            <a:ext cx="2611315" cy="2593731"/>
            <a:chOff x="4423877" y="3182812"/>
            <a:chExt cx="2611315" cy="2593731"/>
          </a:xfrm>
        </p:grpSpPr>
        <p:sp>
          <p:nvSpPr>
            <p:cNvPr id="1062" name="Google Shape;1062;p323"/>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63" name="Google Shape;1063;p323"/>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064" name="Google Shape;1064;p323"/>
          <p:cNvSpPr txBox="1"/>
          <p:nvPr/>
        </p:nvSpPr>
        <p:spPr>
          <a:xfrm>
            <a:off x="833821" y="1869640"/>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065" name="Google Shape;1065;p323"/>
          <p:cNvGraphicFramePr/>
          <p:nvPr/>
        </p:nvGraphicFramePr>
        <p:xfrm>
          <a:off x="960588" y="1869640"/>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066" name="Google Shape;1066;p323"/>
          <p:cNvSpPr/>
          <p:nvPr/>
        </p:nvSpPr>
        <p:spPr>
          <a:xfrm>
            <a:off x="3416794" y="2423589"/>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67" name="Google Shape;1067;p323"/>
          <p:cNvSpPr/>
          <p:nvPr/>
        </p:nvSpPr>
        <p:spPr>
          <a:xfrm>
            <a:off x="7042638" y="2432435"/>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68" name="Google Shape;1068;p323"/>
          <p:cNvSpPr txBox="1"/>
          <p:nvPr/>
        </p:nvSpPr>
        <p:spPr>
          <a:xfrm>
            <a:off x="9142552" y="1869586"/>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1069" name="Google Shape;1069;p323"/>
          <p:cNvGrpSpPr/>
          <p:nvPr/>
        </p:nvGrpSpPr>
        <p:grpSpPr>
          <a:xfrm>
            <a:off x="4297991" y="1614659"/>
            <a:ext cx="2611315" cy="2593731"/>
            <a:chOff x="4423877" y="3182812"/>
            <a:chExt cx="2611315" cy="2593731"/>
          </a:xfrm>
        </p:grpSpPr>
        <p:sp>
          <p:nvSpPr>
            <p:cNvPr id="1070" name="Google Shape;1070;p323"/>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71" name="Google Shape;1071;p323"/>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072" name="Google Shape;1072;p323"/>
          <p:cNvSpPr txBox="1"/>
          <p:nvPr/>
        </p:nvSpPr>
        <p:spPr>
          <a:xfrm>
            <a:off x="4509006" y="1869640"/>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073" name="Google Shape;1073;p323"/>
          <p:cNvGraphicFramePr/>
          <p:nvPr/>
        </p:nvGraphicFramePr>
        <p:xfrm>
          <a:off x="4635773" y="1869640"/>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1074" name="Google Shape;1074;p323"/>
          <p:cNvGrpSpPr/>
          <p:nvPr/>
        </p:nvGrpSpPr>
        <p:grpSpPr>
          <a:xfrm>
            <a:off x="8255978" y="1614659"/>
            <a:ext cx="3683976" cy="2593731"/>
            <a:chOff x="4423877" y="3182812"/>
            <a:chExt cx="2611315" cy="2593731"/>
          </a:xfrm>
        </p:grpSpPr>
        <p:sp>
          <p:nvSpPr>
            <p:cNvPr id="1075" name="Google Shape;1075;p323"/>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76" name="Google Shape;1076;p323"/>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077" name="Google Shape;1077;p323"/>
          <p:cNvSpPr txBox="1"/>
          <p:nvPr/>
        </p:nvSpPr>
        <p:spPr>
          <a:xfrm>
            <a:off x="9045837" y="1869640"/>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078" name="Google Shape;1078;p323"/>
          <p:cNvGraphicFramePr/>
          <p:nvPr/>
        </p:nvGraphicFramePr>
        <p:xfrm>
          <a:off x="8404000" y="1869586"/>
          <a:ext cx="3351300" cy="2057400"/>
        </p:xfrm>
        <a:graphic>
          <a:graphicData uri="http://schemas.openxmlformats.org/drawingml/2006/table">
            <a:tbl>
              <a:tblPr firstRow="1" bandRow="1">
                <a:noFill/>
                <a:tableStyleId>{E5F09473-F245-49D5-B950-E14C9893E584}</a:tableStyleId>
              </a:tblPr>
              <a:tblGrid>
                <a:gridCol w="1117100">
                  <a:extLst>
                    <a:ext uri="{9D8B030D-6E8A-4147-A177-3AD203B41FA5}">
                      <a16:colId xmlns:a16="http://schemas.microsoft.com/office/drawing/2014/main" val="20000"/>
                    </a:ext>
                  </a:extLst>
                </a:gridCol>
                <a:gridCol w="1117100">
                  <a:extLst>
                    <a:ext uri="{9D8B030D-6E8A-4147-A177-3AD203B41FA5}">
                      <a16:colId xmlns:a16="http://schemas.microsoft.com/office/drawing/2014/main" val="20001"/>
                    </a:ext>
                  </a:extLst>
                </a:gridCol>
                <a:gridCol w="1117100">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079" name="Google Shape;1079;p323"/>
          <p:cNvSpPr/>
          <p:nvPr/>
        </p:nvSpPr>
        <p:spPr>
          <a:xfrm>
            <a:off x="1044836" y="1879597"/>
            <a:ext cx="1802423"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1080" name="Google Shape;1080;p323"/>
          <p:cNvSpPr/>
          <p:nvPr/>
        </p:nvSpPr>
        <p:spPr>
          <a:xfrm rot="5400000">
            <a:off x="4100163" y="2613498"/>
            <a:ext cx="1802423"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1081" name="Google Shape;1081;p323"/>
          <p:cNvSpPr/>
          <p:nvPr/>
        </p:nvSpPr>
        <p:spPr>
          <a:xfrm>
            <a:off x="8557863" y="1981772"/>
            <a:ext cx="804497"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1082" name="Google Shape;1082;p323"/>
          <p:cNvSpPr/>
          <p:nvPr/>
        </p:nvSpPr>
        <p:spPr>
          <a:xfrm>
            <a:off x="9677435" y="1979814"/>
            <a:ext cx="804497"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800" b="1" i="0" u="none" strike="noStrike" cap="none">
              <a:solidFill>
                <a:schemeClr val="dk1"/>
              </a:solidFill>
              <a:latin typeface="Arial"/>
              <a:ea typeface="Arial"/>
              <a:cs typeface="Arial"/>
              <a:sym typeface="Arial"/>
            </a:endParaRPr>
          </a:p>
        </p:txBody>
      </p:sp>
      <p:sp>
        <p:nvSpPr>
          <p:cNvPr id="1083" name="Google Shape;1083;p323"/>
          <p:cNvSpPr/>
          <p:nvPr/>
        </p:nvSpPr>
        <p:spPr>
          <a:xfrm>
            <a:off x="442123" y="4705594"/>
            <a:ext cx="11236568" cy="129822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Similarly, you can find the rest of the elements of the resultant matrix. </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p32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Matrix Multiplication</a:t>
            </a:r>
            <a:endParaRPr/>
          </a:p>
        </p:txBody>
      </p:sp>
      <p:grpSp>
        <p:nvGrpSpPr>
          <p:cNvPr id="1090" name="Google Shape;1090;p324"/>
          <p:cNvGrpSpPr/>
          <p:nvPr/>
        </p:nvGrpSpPr>
        <p:grpSpPr>
          <a:xfrm>
            <a:off x="622806" y="2376502"/>
            <a:ext cx="2611315" cy="2593731"/>
            <a:chOff x="4423877" y="3182812"/>
            <a:chExt cx="2611315" cy="2593731"/>
          </a:xfrm>
        </p:grpSpPr>
        <p:sp>
          <p:nvSpPr>
            <p:cNvPr id="1091" name="Google Shape;1091;p32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92" name="Google Shape;1092;p32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093" name="Google Shape;1093;p324"/>
          <p:cNvSpPr txBox="1"/>
          <p:nvPr/>
        </p:nvSpPr>
        <p:spPr>
          <a:xfrm>
            <a:off x="833821" y="2631483"/>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094" name="Google Shape;1094;p324"/>
          <p:cNvGraphicFramePr/>
          <p:nvPr/>
        </p:nvGraphicFramePr>
        <p:xfrm>
          <a:off x="960588" y="2631483"/>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095" name="Google Shape;1095;p324"/>
          <p:cNvSpPr/>
          <p:nvPr/>
        </p:nvSpPr>
        <p:spPr>
          <a:xfrm>
            <a:off x="3416794" y="3185432"/>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96" name="Google Shape;1096;p324"/>
          <p:cNvSpPr/>
          <p:nvPr/>
        </p:nvSpPr>
        <p:spPr>
          <a:xfrm>
            <a:off x="7042638" y="3194278"/>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97" name="Google Shape;1097;p324"/>
          <p:cNvSpPr txBox="1"/>
          <p:nvPr/>
        </p:nvSpPr>
        <p:spPr>
          <a:xfrm>
            <a:off x="9142552" y="2631429"/>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1098" name="Google Shape;1098;p324"/>
          <p:cNvGrpSpPr/>
          <p:nvPr/>
        </p:nvGrpSpPr>
        <p:grpSpPr>
          <a:xfrm>
            <a:off x="4297991" y="2376502"/>
            <a:ext cx="2611315" cy="2593731"/>
            <a:chOff x="4423877" y="3182812"/>
            <a:chExt cx="2611315" cy="2593731"/>
          </a:xfrm>
        </p:grpSpPr>
        <p:sp>
          <p:nvSpPr>
            <p:cNvPr id="1099" name="Google Shape;1099;p32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100" name="Google Shape;1100;p32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101" name="Google Shape;1101;p324"/>
          <p:cNvSpPr txBox="1"/>
          <p:nvPr/>
        </p:nvSpPr>
        <p:spPr>
          <a:xfrm>
            <a:off x="4509006" y="2631483"/>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102" name="Google Shape;1102;p324"/>
          <p:cNvGraphicFramePr/>
          <p:nvPr/>
        </p:nvGraphicFramePr>
        <p:xfrm>
          <a:off x="4635773" y="2631483"/>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1103" name="Google Shape;1103;p324"/>
          <p:cNvGrpSpPr/>
          <p:nvPr/>
        </p:nvGrpSpPr>
        <p:grpSpPr>
          <a:xfrm>
            <a:off x="8255978" y="2376502"/>
            <a:ext cx="3683976" cy="2593731"/>
            <a:chOff x="4423877" y="3182812"/>
            <a:chExt cx="2611315" cy="2593731"/>
          </a:xfrm>
        </p:grpSpPr>
        <p:sp>
          <p:nvSpPr>
            <p:cNvPr id="1104" name="Google Shape;1104;p32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105" name="Google Shape;1105;p32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106" name="Google Shape;1106;p324"/>
          <p:cNvSpPr txBox="1"/>
          <p:nvPr/>
        </p:nvSpPr>
        <p:spPr>
          <a:xfrm>
            <a:off x="9045837" y="2631483"/>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1107" name="Google Shape;1107;p324"/>
          <p:cNvGraphicFramePr/>
          <p:nvPr/>
        </p:nvGraphicFramePr>
        <p:xfrm>
          <a:off x="8404000" y="2631429"/>
          <a:ext cx="3351300" cy="2057400"/>
        </p:xfrm>
        <a:graphic>
          <a:graphicData uri="http://schemas.openxmlformats.org/drawingml/2006/table">
            <a:tbl>
              <a:tblPr firstRow="1" bandRow="1">
                <a:noFill/>
                <a:tableStyleId>{E5F09473-F245-49D5-B950-E14C9893E584}</a:tableStyleId>
              </a:tblPr>
              <a:tblGrid>
                <a:gridCol w="1117100">
                  <a:extLst>
                    <a:ext uri="{9D8B030D-6E8A-4147-A177-3AD203B41FA5}">
                      <a16:colId xmlns:a16="http://schemas.microsoft.com/office/drawing/2014/main" val="20000"/>
                    </a:ext>
                  </a:extLst>
                </a:gridCol>
                <a:gridCol w="1117100">
                  <a:extLst>
                    <a:ext uri="{9D8B030D-6E8A-4147-A177-3AD203B41FA5}">
                      <a16:colId xmlns:a16="http://schemas.microsoft.com/office/drawing/2014/main" val="20001"/>
                    </a:ext>
                  </a:extLst>
                </a:gridCol>
                <a:gridCol w="1117100">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21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p325"/>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Hands on - Python</a:t>
            </a:r>
            <a:endParaRPr sz="1400" b="0" i="0" u="none" strike="noStrike" cap="none">
              <a:solidFill>
                <a:srgbClr val="000000"/>
              </a:solidFill>
              <a:latin typeface="Arial"/>
              <a:ea typeface="Arial"/>
              <a:cs typeface="Arial"/>
              <a:sym typeface="Arial"/>
            </a:endParaRPr>
          </a:p>
        </p:txBody>
      </p:sp>
      <p:sp>
        <p:nvSpPr>
          <p:cNvPr id="1114" name="Google Shape;1114;p325"/>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115" name="Google Shape;1115;p325"/>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116" name="Google Shape;1116;p325"/>
          <p:cNvSpPr txBox="1"/>
          <p:nvPr/>
        </p:nvSpPr>
        <p:spPr>
          <a:xfrm>
            <a:off x="8748346" y="1547454"/>
            <a:ext cx="182880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Output</a:t>
            </a:r>
            <a:endParaRPr sz="1800" b="1" i="0" u="none" strike="noStrike" cap="none">
              <a:solidFill>
                <a:srgbClr val="000000"/>
              </a:solidFill>
              <a:latin typeface="Arial"/>
              <a:ea typeface="Arial"/>
              <a:cs typeface="Arial"/>
              <a:sym typeface="Arial"/>
            </a:endParaRPr>
          </a:p>
        </p:txBody>
      </p:sp>
      <p:sp>
        <p:nvSpPr>
          <p:cNvPr id="1117" name="Google Shape;1117;p325"/>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In this example, we have used the numpy.dot() method to multiply the two matrices.</a:t>
            </a:r>
            <a:endParaRPr/>
          </a:p>
        </p:txBody>
      </p:sp>
      <p:pic>
        <p:nvPicPr>
          <p:cNvPr id="1118" name="Google Shape;1118;p325"/>
          <p:cNvPicPr preferRelativeResize="0"/>
          <p:nvPr/>
        </p:nvPicPr>
        <p:blipFill rotWithShape="1">
          <a:blip r:embed="rId3">
            <a:alphaModFix/>
          </a:blip>
          <a:srcRect/>
          <a:stretch/>
        </p:blipFill>
        <p:spPr>
          <a:xfrm>
            <a:off x="981965" y="2170577"/>
            <a:ext cx="6188229" cy="1921608"/>
          </a:xfrm>
          <a:prstGeom prst="rect">
            <a:avLst/>
          </a:prstGeom>
          <a:noFill/>
          <a:ln>
            <a:noFill/>
          </a:ln>
        </p:spPr>
      </p:pic>
      <p:pic>
        <p:nvPicPr>
          <p:cNvPr id="1119" name="Google Shape;1119;p325"/>
          <p:cNvPicPr preferRelativeResize="0"/>
          <p:nvPr/>
        </p:nvPicPr>
        <p:blipFill rotWithShape="1">
          <a:blip r:embed="rId4">
            <a:alphaModFix/>
          </a:blip>
          <a:srcRect/>
          <a:stretch/>
        </p:blipFill>
        <p:spPr>
          <a:xfrm>
            <a:off x="8408011" y="2479287"/>
            <a:ext cx="2537626" cy="161289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p326"/>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Cross Product</a:t>
            </a:r>
            <a:endParaRPr/>
          </a:p>
        </p:txBody>
      </p:sp>
      <p:sp>
        <p:nvSpPr>
          <p:cNvPr id="1126" name="Google Shape;1126;p326"/>
          <p:cNvSpPr/>
          <p:nvPr/>
        </p:nvSpPr>
        <p:spPr>
          <a:xfrm>
            <a:off x="2168849" y="2168487"/>
            <a:ext cx="782516" cy="720969"/>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27" name="Google Shape;1127;p326"/>
          <p:cNvSpPr/>
          <p:nvPr/>
        </p:nvSpPr>
        <p:spPr>
          <a:xfrm>
            <a:off x="4571145" y="2238826"/>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nvGrpSpPr>
          <p:cNvPr id="1128" name="Google Shape;1128;p326"/>
          <p:cNvGrpSpPr/>
          <p:nvPr/>
        </p:nvGrpSpPr>
        <p:grpSpPr>
          <a:xfrm>
            <a:off x="3145741" y="1418761"/>
            <a:ext cx="1230922" cy="2593733"/>
            <a:chOff x="4423877" y="3182810"/>
            <a:chExt cx="1230922" cy="2593733"/>
          </a:xfrm>
        </p:grpSpPr>
        <p:sp>
          <p:nvSpPr>
            <p:cNvPr id="1129" name="Google Shape;1129;p326"/>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130" name="Google Shape;1130;p326"/>
            <p:cNvSpPr/>
            <p:nvPr/>
          </p:nvSpPr>
          <p:spPr>
            <a:xfrm>
              <a:off x="5267938" y="3182810"/>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pSp>
        <p:nvGrpSpPr>
          <p:cNvPr id="1131" name="Google Shape;1131;p326"/>
          <p:cNvGrpSpPr/>
          <p:nvPr/>
        </p:nvGrpSpPr>
        <p:grpSpPr>
          <a:xfrm>
            <a:off x="855362" y="1384538"/>
            <a:ext cx="1230922" cy="2593733"/>
            <a:chOff x="4423877" y="3182810"/>
            <a:chExt cx="1230922" cy="2593733"/>
          </a:xfrm>
        </p:grpSpPr>
        <p:sp>
          <p:nvSpPr>
            <p:cNvPr id="1132" name="Google Shape;1132;p326"/>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133" name="Google Shape;1133;p326"/>
            <p:cNvSpPr/>
            <p:nvPr/>
          </p:nvSpPr>
          <p:spPr>
            <a:xfrm>
              <a:off x="5267938" y="3182810"/>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134" name="Google Shape;1134;p326"/>
          <p:cNvGraphicFramePr/>
          <p:nvPr/>
        </p:nvGraphicFramePr>
        <p:xfrm>
          <a:off x="3489617" y="1672495"/>
          <a:ext cx="500175" cy="2086275"/>
        </p:xfrm>
        <a:graphic>
          <a:graphicData uri="http://schemas.openxmlformats.org/drawingml/2006/table">
            <a:tbl>
              <a:tblPr firstRow="1" bandRow="1">
                <a:noFill/>
                <a:tableStyleId>{F70B0D8F-0185-44C2-A38C-8BAEE8BBAAC8}</a:tableStyleId>
              </a:tblPr>
              <a:tblGrid>
                <a:gridCol w="500175">
                  <a:extLst>
                    <a:ext uri="{9D8B030D-6E8A-4147-A177-3AD203B41FA5}">
                      <a16:colId xmlns:a16="http://schemas.microsoft.com/office/drawing/2014/main" val="20000"/>
                    </a:ext>
                  </a:extLst>
                </a:gridCol>
              </a:tblGrid>
              <a:tr h="695425">
                <a:tc>
                  <a:txBody>
                    <a:bodyPr/>
                    <a:lstStyle/>
                    <a:p>
                      <a:pPr marL="0" marR="0" lvl="0" indent="0" algn="ctr" rtl="0">
                        <a:lnSpc>
                          <a:spcPct val="100000"/>
                        </a:lnSpc>
                        <a:spcBef>
                          <a:spcPts val="0"/>
                        </a:spcBef>
                        <a:spcAft>
                          <a:spcPts val="0"/>
                        </a:spcAft>
                        <a:buNone/>
                      </a:pPr>
                      <a:r>
                        <a:rPr lang="en-US" sz="3600" b="1" u="none" strike="noStrike" cap="none"/>
                        <a:t>2</a:t>
                      </a:r>
                      <a:endParaRPr sz="3600" b="1" u="none" strike="noStrike" cap="none"/>
                    </a:p>
                  </a:txBody>
                  <a:tcPr marL="91450" marR="91450" marT="45725" marB="45725" anchor="ctr"/>
                </a:tc>
                <a:extLst>
                  <a:ext uri="{0D108BD9-81ED-4DB2-BD59-A6C34878D82A}">
                    <a16:rowId xmlns:a16="http://schemas.microsoft.com/office/drawing/2014/main" val="10000"/>
                  </a:ext>
                </a:extLst>
              </a:tr>
              <a:tr h="695425">
                <a:tc>
                  <a:txBody>
                    <a:bodyPr/>
                    <a:lstStyle/>
                    <a:p>
                      <a:pPr marL="0" marR="0" lvl="0" indent="0" algn="ctr" rtl="0">
                        <a:lnSpc>
                          <a:spcPct val="100000"/>
                        </a:lnSpc>
                        <a:spcBef>
                          <a:spcPts val="0"/>
                        </a:spcBef>
                        <a:spcAft>
                          <a:spcPts val="0"/>
                        </a:spcAft>
                        <a:buNone/>
                      </a:pPr>
                      <a:r>
                        <a:rPr lang="en-US" sz="3600" b="1" u="none" strike="noStrike" cap="none"/>
                        <a:t>9</a:t>
                      </a:r>
                      <a:endParaRPr sz="3600" b="1" u="none" strike="noStrike" cap="none"/>
                    </a:p>
                  </a:txBody>
                  <a:tcPr marL="91450" marR="91450" marT="45725" marB="45725" anchor="ctr"/>
                </a:tc>
                <a:extLst>
                  <a:ext uri="{0D108BD9-81ED-4DB2-BD59-A6C34878D82A}">
                    <a16:rowId xmlns:a16="http://schemas.microsoft.com/office/drawing/2014/main" val="10001"/>
                  </a:ext>
                </a:extLst>
              </a:tr>
              <a:tr h="695425">
                <a:tc>
                  <a:txBody>
                    <a:bodyPr/>
                    <a:lstStyle/>
                    <a:p>
                      <a:pPr marL="0" marR="0" lvl="0" indent="0" algn="ctr" rtl="0">
                        <a:lnSpc>
                          <a:spcPct val="100000"/>
                        </a:lnSpc>
                        <a:spcBef>
                          <a:spcPts val="0"/>
                        </a:spcBef>
                        <a:spcAft>
                          <a:spcPts val="0"/>
                        </a:spcAft>
                        <a:buNone/>
                      </a:pPr>
                      <a:r>
                        <a:rPr lang="en-US" sz="3600" b="1" u="none" strike="noStrike" cap="none"/>
                        <a:t>7</a:t>
                      </a:r>
                      <a:endParaRPr sz="3600" b="1" u="none" strike="noStrike" cap="none"/>
                    </a:p>
                  </a:txBody>
                  <a:tcPr marL="91450" marR="91450" marT="45725" marB="45725" anchor="ctr"/>
                </a:tc>
                <a:extLst>
                  <a:ext uri="{0D108BD9-81ED-4DB2-BD59-A6C34878D82A}">
                    <a16:rowId xmlns:a16="http://schemas.microsoft.com/office/drawing/2014/main" val="10002"/>
                  </a:ext>
                </a:extLst>
              </a:tr>
            </a:tbl>
          </a:graphicData>
        </a:graphic>
      </p:graphicFrame>
      <p:graphicFrame>
        <p:nvGraphicFramePr>
          <p:cNvPr id="1135" name="Google Shape;1135;p326"/>
          <p:cNvGraphicFramePr/>
          <p:nvPr/>
        </p:nvGraphicFramePr>
        <p:xfrm>
          <a:off x="1199238" y="1638270"/>
          <a:ext cx="500175" cy="2086275"/>
        </p:xfrm>
        <a:graphic>
          <a:graphicData uri="http://schemas.openxmlformats.org/drawingml/2006/table">
            <a:tbl>
              <a:tblPr firstRow="1" bandRow="1">
                <a:noFill/>
                <a:tableStyleId>{F70B0D8F-0185-44C2-A38C-8BAEE8BBAAC8}</a:tableStyleId>
              </a:tblPr>
              <a:tblGrid>
                <a:gridCol w="500175">
                  <a:extLst>
                    <a:ext uri="{9D8B030D-6E8A-4147-A177-3AD203B41FA5}">
                      <a16:colId xmlns:a16="http://schemas.microsoft.com/office/drawing/2014/main" val="20000"/>
                    </a:ext>
                  </a:extLst>
                </a:gridCol>
              </a:tblGrid>
              <a:tr h="695425">
                <a:tc>
                  <a:txBody>
                    <a:bodyPr/>
                    <a:lstStyle/>
                    <a:p>
                      <a:pPr marL="0" marR="0" lvl="0" indent="0" algn="ctr" rtl="0">
                        <a:lnSpc>
                          <a:spcPct val="100000"/>
                        </a:lnSpc>
                        <a:spcBef>
                          <a:spcPts val="0"/>
                        </a:spcBef>
                        <a:spcAft>
                          <a:spcPts val="0"/>
                        </a:spcAft>
                        <a:buNone/>
                      </a:pPr>
                      <a:r>
                        <a:rPr lang="en-US" sz="3600" b="1" u="none" strike="noStrike" cap="none"/>
                        <a:t>3</a:t>
                      </a:r>
                      <a:endParaRPr sz="3600" b="1" u="none" strike="noStrike" cap="none"/>
                    </a:p>
                  </a:txBody>
                  <a:tcPr marL="91450" marR="91450" marT="45725" marB="45725" anchor="ctr"/>
                </a:tc>
                <a:extLst>
                  <a:ext uri="{0D108BD9-81ED-4DB2-BD59-A6C34878D82A}">
                    <a16:rowId xmlns:a16="http://schemas.microsoft.com/office/drawing/2014/main" val="10000"/>
                  </a:ext>
                </a:extLst>
              </a:tr>
              <a:tr h="695425">
                <a:tc>
                  <a:txBody>
                    <a:bodyPr/>
                    <a:lstStyle/>
                    <a:p>
                      <a:pPr marL="0" marR="0" lvl="0" indent="0" algn="ctr" rtl="0">
                        <a:lnSpc>
                          <a:spcPct val="100000"/>
                        </a:lnSpc>
                        <a:spcBef>
                          <a:spcPts val="0"/>
                        </a:spcBef>
                        <a:spcAft>
                          <a:spcPts val="0"/>
                        </a:spcAft>
                        <a:buNone/>
                      </a:pPr>
                      <a:r>
                        <a:rPr lang="en-US" sz="3600" b="1" u="none" strike="noStrike" cap="none"/>
                        <a:t>2</a:t>
                      </a:r>
                      <a:endParaRPr sz="3600" b="1" u="none" strike="noStrike" cap="none"/>
                    </a:p>
                  </a:txBody>
                  <a:tcPr marL="91450" marR="91450" marT="45725" marB="45725" anchor="ctr"/>
                </a:tc>
                <a:extLst>
                  <a:ext uri="{0D108BD9-81ED-4DB2-BD59-A6C34878D82A}">
                    <a16:rowId xmlns:a16="http://schemas.microsoft.com/office/drawing/2014/main" val="10001"/>
                  </a:ext>
                </a:extLst>
              </a:tr>
              <a:tr h="695425">
                <a:tc>
                  <a:txBody>
                    <a:bodyPr/>
                    <a:lstStyle/>
                    <a:p>
                      <a:pPr marL="0" marR="0" lvl="0" indent="0" algn="ctr" rtl="0">
                        <a:lnSpc>
                          <a:spcPct val="100000"/>
                        </a:lnSpc>
                        <a:spcBef>
                          <a:spcPts val="0"/>
                        </a:spcBef>
                        <a:spcAft>
                          <a:spcPts val="0"/>
                        </a:spcAft>
                        <a:buNone/>
                      </a:pPr>
                      <a:r>
                        <a:rPr lang="en-US" sz="3600" b="1" u="none" strike="noStrike" cap="none"/>
                        <a:t>8</a:t>
                      </a:r>
                      <a:endParaRPr sz="3600" b="1" u="none" strike="noStrike" cap="none"/>
                    </a:p>
                  </a:txBody>
                  <a:tcPr marL="91450" marR="91450" marT="45725" marB="45725" anchor="ctr"/>
                </a:tc>
                <a:extLst>
                  <a:ext uri="{0D108BD9-81ED-4DB2-BD59-A6C34878D82A}">
                    <a16:rowId xmlns:a16="http://schemas.microsoft.com/office/drawing/2014/main" val="10002"/>
                  </a:ext>
                </a:extLst>
              </a:tr>
            </a:tbl>
          </a:graphicData>
        </a:graphic>
      </p:graphicFrame>
      <p:grpSp>
        <p:nvGrpSpPr>
          <p:cNvPr id="1136" name="Google Shape;1136;p326"/>
          <p:cNvGrpSpPr/>
          <p:nvPr/>
        </p:nvGrpSpPr>
        <p:grpSpPr>
          <a:xfrm>
            <a:off x="6513653" y="1522252"/>
            <a:ext cx="3683976" cy="2593731"/>
            <a:chOff x="4423877" y="3182812"/>
            <a:chExt cx="2611315" cy="2593731"/>
          </a:xfrm>
        </p:grpSpPr>
        <p:sp>
          <p:nvSpPr>
            <p:cNvPr id="1137" name="Google Shape;1137;p326"/>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138" name="Google Shape;1138;p326"/>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139" name="Google Shape;1139;p326"/>
          <p:cNvGraphicFramePr/>
          <p:nvPr/>
        </p:nvGraphicFramePr>
        <p:xfrm>
          <a:off x="6661675" y="1777179"/>
          <a:ext cx="3351300" cy="2057400"/>
        </p:xfrm>
        <a:graphic>
          <a:graphicData uri="http://schemas.openxmlformats.org/drawingml/2006/table">
            <a:tbl>
              <a:tblPr firstRow="1" bandRow="1">
                <a:noFill/>
                <a:tableStyleId>{E5F09473-F245-49D5-B950-E14C9893E584}</a:tableStyleId>
              </a:tblPr>
              <a:tblGrid>
                <a:gridCol w="1117100">
                  <a:extLst>
                    <a:ext uri="{9D8B030D-6E8A-4147-A177-3AD203B41FA5}">
                      <a16:colId xmlns:a16="http://schemas.microsoft.com/office/drawing/2014/main" val="20000"/>
                    </a:ext>
                  </a:extLst>
                </a:gridCol>
                <a:gridCol w="1117100">
                  <a:extLst>
                    <a:ext uri="{9D8B030D-6E8A-4147-A177-3AD203B41FA5}">
                      <a16:colId xmlns:a16="http://schemas.microsoft.com/office/drawing/2014/main" val="20001"/>
                    </a:ext>
                  </a:extLst>
                </a:gridCol>
                <a:gridCol w="1117100">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i</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j</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k</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140" name="Google Shape;1140;p326"/>
          <p:cNvSpPr/>
          <p:nvPr/>
        </p:nvSpPr>
        <p:spPr>
          <a:xfrm>
            <a:off x="1165917" y="4971739"/>
            <a:ext cx="1143000" cy="580292"/>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141" name="Google Shape;1141;p326"/>
          <p:cNvSpPr txBox="1"/>
          <p:nvPr/>
        </p:nvSpPr>
        <p:spPr>
          <a:xfrm>
            <a:off x="2579859" y="4971739"/>
            <a:ext cx="757382"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i</a:t>
            </a:r>
            <a:endParaRPr sz="3200" b="1" i="0" u="none" strike="noStrike" cap="none">
              <a:solidFill>
                <a:srgbClr val="000000"/>
              </a:solidFill>
              <a:latin typeface="Arial"/>
              <a:ea typeface="Arial"/>
              <a:cs typeface="Arial"/>
              <a:sym typeface="Arial"/>
            </a:endParaRPr>
          </a:p>
        </p:txBody>
      </p:sp>
      <p:sp>
        <p:nvSpPr>
          <p:cNvPr id="1142" name="Google Shape;1142;p326"/>
          <p:cNvSpPr txBox="1"/>
          <p:nvPr/>
        </p:nvSpPr>
        <p:spPr>
          <a:xfrm>
            <a:off x="5485009" y="4971739"/>
            <a:ext cx="757382"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j</a:t>
            </a:r>
            <a:endParaRPr sz="3200" b="1" i="0" u="none" strike="noStrike" cap="none">
              <a:solidFill>
                <a:srgbClr val="000000"/>
              </a:solidFill>
              <a:latin typeface="Arial"/>
              <a:ea typeface="Arial"/>
              <a:cs typeface="Arial"/>
              <a:sym typeface="Arial"/>
            </a:endParaRPr>
          </a:p>
        </p:txBody>
      </p:sp>
      <p:sp>
        <p:nvSpPr>
          <p:cNvPr id="1143" name="Google Shape;1143;p326"/>
          <p:cNvSpPr txBox="1"/>
          <p:nvPr/>
        </p:nvSpPr>
        <p:spPr>
          <a:xfrm>
            <a:off x="8650052" y="4967256"/>
            <a:ext cx="757382"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k</a:t>
            </a:r>
            <a:endParaRPr sz="3200" b="1" i="0" u="none" strike="noStrike" cap="none">
              <a:solidFill>
                <a:srgbClr val="000000"/>
              </a:solidFill>
              <a:latin typeface="Arial"/>
              <a:ea typeface="Arial"/>
              <a:cs typeface="Arial"/>
              <a:sym typeface="Arial"/>
            </a:endParaRPr>
          </a:p>
        </p:txBody>
      </p:sp>
      <p:grpSp>
        <p:nvGrpSpPr>
          <p:cNvPr id="1144" name="Google Shape;1144;p326"/>
          <p:cNvGrpSpPr/>
          <p:nvPr/>
        </p:nvGrpSpPr>
        <p:grpSpPr>
          <a:xfrm>
            <a:off x="3041677" y="4828698"/>
            <a:ext cx="1145309" cy="1034498"/>
            <a:chOff x="2309091" y="4525780"/>
            <a:chExt cx="1145309" cy="1034498"/>
          </a:xfrm>
        </p:grpSpPr>
        <p:cxnSp>
          <p:nvCxnSpPr>
            <p:cNvPr id="1145" name="Google Shape;1145;p326"/>
            <p:cNvCxnSpPr/>
            <p:nvPr/>
          </p:nvCxnSpPr>
          <p:spPr>
            <a:xfrm>
              <a:off x="2309091" y="4525780"/>
              <a:ext cx="0" cy="1034498"/>
            </a:xfrm>
            <a:prstGeom prst="straightConnector1">
              <a:avLst/>
            </a:prstGeom>
            <a:noFill/>
            <a:ln w="25400" cap="flat" cmpd="sng">
              <a:solidFill>
                <a:srgbClr val="EF7C02"/>
              </a:solidFill>
              <a:prstDash val="solid"/>
              <a:round/>
              <a:headEnd type="none" w="sm" len="sm"/>
              <a:tailEnd type="none" w="sm" len="sm"/>
            </a:ln>
          </p:spPr>
        </p:cxnSp>
        <p:cxnSp>
          <p:nvCxnSpPr>
            <p:cNvPr id="1146" name="Google Shape;1146;p326"/>
            <p:cNvCxnSpPr/>
            <p:nvPr/>
          </p:nvCxnSpPr>
          <p:spPr>
            <a:xfrm>
              <a:off x="3454400" y="4525780"/>
              <a:ext cx="0" cy="1034498"/>
            </a:xfrm>
            <a:prstGeom prst="straightConnector1">
              <a:avLst/>
            </a:prstGeom>
            <a:noFill/>
            <a:ln w="25400" cap="flat" cmpd="sng">
              <a:solidFill>
                <a:srgbClr val="EF7C02"/>
              </a:solidFill>
              <a:prstDash val="solid"/>
              <a:round/>
              <a:headEnd type="none" w="sm" len="sm"/>
              <a:tailEnd type="none" w="sm" len="sm"/>
            </a:ln>
          </p:spPr>
        </p:cxnSp>
      </p:grpSp>
      <p:grpSp>
        <p:nvGrpSpPr>
          <p:cNvPr id="1147" name="Google Shape;1147;p326"/>
          <p:cNvGrpSpPr/>
          <p:nvPr/>
        </p:nvGrpSpPr>
        <p:grpSpPr>
          <a:xfrm>
            <a:off x="5939649" y="4828698"/>
            <a:ext cx="1145309" cy="1034498"/>
            <a:chOff x="5207063" y="4525780"/>
            <a:chExt cx="1145309" cy="1034498"/>
          </a:xfrm>
        </p:grpSpPr>
        <p:cxnSp>
          <p:nvCxnSpPr>
            <p:cNvPr id="1148" name="Google Shape;1148;p326"/>
            <p:cNvCxnSpPr/>
            <p:nvPr/>
          </p:nvCxnSpPr>
          <p:spPr>
            <a:xfrm>
              <a:off x="5207063" y="4525780"/>
              <a:ext cx="0" cy="1034498"/>
            </a:xfrm>
            <a:prstGeom prst="straightConnector1">
              <a:avLst/>
            </a:prstGeom>
            <a:noFill/>
            <a:ln w="25400" cap="flat" cmpd="sng">
              <a:solidFill>
                <a:srgbClr val="EF7C02"/>
              </a:solidFill>
              <a:prstDash val="solid"/>
              <a:round/>
              <a:headEnd type="none" w="sm" len="sm"/>
              <a:tailEnd type="none" w="sm" len="sm"/>
            </a:ln>
          </p:spPr>
        </p:cxnSp>
        <p:cxnSp>
          <p:nvCxnSpPr>
            <p:cNvPr id="1149" name="Google Shape;1149;p326"/>
            <p:cNvCxnSpPr/>
            <p:nvPr/>
          </p:nvCxnSpPr>
          <p:spPr>
            <a:xfrm>
              <a:off x="6352372" y="4525780"/>
              <a:ext cx="0" cy="1034498"/>
            </a:xfrm>
            <a:prstGeom prst="straightConnector1">
              <a:avLst/>
            </a:prstGeom>
            <a:noFill/>
            <a:ln w="25400" cap="flat" cmpd="sng">
              <a:solidFill>
                <a:srgbClr val="EF7C02"/>
              </a:solidFill>
              <a:prstDash val="solid"/>
              <a:round/>
              <a:headEnd type="none" w="sm" len="sm"/>
              <a:tailEnd type="none" w="sm" len="sm"/>
            </a:ln>
          </p:spPr>
        </p:cxnSp>
      </p:grpSp>
      <p:grpSp>
        <p:nvGrpSpPr>
          <p:cNvPr id="1150" name="Google Shape;1150;p326"/>
          <p:cNvGrpSpPr/>
          <p:nvPr/>
        </p:nvGrpSpPr>
        <p:grpSpPr>
          <a:xfrm>
            <a:off x="9089988" y="4828698"/>
            <a:ext cx="1145309" cy="1034498"/>
            <a:chOff x="8357402" y="4525780"/>
            <a:chExt cx="1145309" cy="1034498"/>
          </a:xfrm>
        </p:grpSpPr>
        <p:cxnSp>
          <p:nvCxnSpPr>
            <p:cNvPr id="1151" name="Google Shape;1151;p326"/>
            <p:cNvCxnSpPr/>
            <p:nvPr/>
          </p:nvCxnSpPr>
          <p:spPr>
            <a:xfrm>
              <a:off x="8357402" y="4525780"/>
              <a:ext cx="0" cy="1034498"/>
            </a:xfrm>
            <a:prstGeom prst="straightConnector1">
              <a:avLst/>
            </a:prstGeom>
            <a:noFill/>
            <a:ln w="25400" cap="flat" cmpd="sng">
              <a:solidFill>
                <a:srgbClr val="EF7C02"/>
              </a:solidFill>
              <a:prstDash val="solid"/>
              <a:round/>
              <a:headEnd type="none" w="sm" len="sm"/>
              <a:tailEnd type="none" w="sm" len="sm"/>
            </a:ln>
          </p:spPr>
        </p:cxnSp>
        <p:cxnSp>
          <p:nvCxnSpPr>
            <p:cNvPr id="1152" name="Google Shape;1152;p326"/>
            <p:cNvCxnSpPr/>
            <p:nvPr/>
          </p:nvCxnSpPr>
          <p:spPr>
            <a:xfrm>
              <a:off x="9502711" y="4525780"/>
              <a:ext cx="0" cy="1034498"/>
            </a:xfrm>
            <a:prstGeom prst="straightConnector1">
              <a:avLst/>
            </a:prstGeom>
            <a:noFill/>
            <a:ln w="25400" cap="flat" cmpd="sng">
              <a:solidFill>
                <a:srgbClr val="EF7C02"/>
              </a:solidFill>
              <a:prstDash val="solid"/>
              <a:round/>
              <a:headEnd type="none" w="sm" len="sm"/>
              <a:tailEnd type="none" w="sm" len="sm"/>
            </a:ln>
          </p:spPr>
        </p:cxnSp>
      </p:grpSp>
      <p:graphicFrame>
        <p:nvGraphicFramePr>
          <p:cNvPr id="1153" name="Google Shape;1153;p326"/>
          <p:cNvGraphicFramePr/>
          <p:nvPr/>
        </p:nvGraphicFramePr>
        <p:xfrm>
          <a:off x="3174166" y="4971739"/>
          <a:ext cx="986300" cy="754700"/>
        </p:xfrm>
        <a:graphic>
          <a:graphicData uri="http://schemas.openxmlformats.org/drawingml/2006/table">
            <a:tbl>
              <a:tblPr firstRow="1" bandRow="1">
                <a:noFill/>
                <a:tableStyleId>{F70B0D8F-0185-44C2-A38C-8BAEE8BBAAC8}</a:tableStyleId>
              </a:tblPr>
              <a:tblGrid>
                <a:gridCol w="493150">
                  <a:extLst>
                    <a:ext uri="{9D8B030D-6E8A-4147-A177-3AD203B41FA5}">
                      <a16:colId xmlns:a16="http://schemas.microsoft.com/office/drawing/2014/main" val="20000"/>
                    </a:ext>
                  </a:extLst>
                </a:gridCol>
                <a:gridCol w="493150">
                  <a:extLst>
                    <a:ext uri="{9D8B030D-6E8A-4147-A177-3AD203B41FA5}">
                      <a16:colId xmlns:a16="http://schemas.microsoft.com/office/drawing/2014/main" val="20001"/>
                    </a:ext>
                  </a:extLst>
                </a:gridCol>
              </a:tblGrid>
              <a:tr h="369425">
                <a:tc>
                  <a:txBody>
                    <a:bodyPr/>
                    <a:lstStyle/>
                    <a:p>
                      <a:pPr marL="0" marR="0" lvl="0" indent="0" algn="l" rtl="0">
                        <a:lnSpc>
                          <a:spcPct val="100000"/>
                        </a:lnSpc>
                        <a:spcBef>
                          <a:spcPts val="0"/>
                        </a:spcBef>
                        <a:spcAft>
                          <a:spcPts val="0"/>
                        </a:spcAft>
                        <a:buNone/>
                      </a:pPr>
                      <a:r>
                        <a:rPr lang="en-US" sz="1800" b="1" u="none" strike="noStrike" cap="none"/>
                        <a:t>2</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800" b="1" u="none" strike="noStrike" cap="none"/>
                        <a:t>8</a:t>
                      </a:r>
                      <a:endParaRPr sz="1800" b="1" u="none" strike="noStrike" cap="none"/>
                    </a:p>
                  </a:txBody>
                  <a:tcPr marL="91450" marR="91450" marT="45725" marB="45725"/>
                </a:tc>
                <a:extLst>
                  <a:ext uri="{0D108BD9-81ED-4DB2-BD59-A6C34878D82A}">
                    <a16:rowId xmlns:a16="http://schemas.microsoft.com/office/drawing/2014/main" val="10000"/>
                  </a:ext>
                </a:extLst>
              </a:tr>
              <a:tr h="385275">
                <a:tc>
                  <a:txBody>
                    <a:bodyPr/>
                    <a:lstStyle/>
                    <a:p>
                      <a:pPr marL="0" marR="0" lvl="0" indent="0" algn="l" rtl="0">
                        <a:lnSpc>
                          <a:spcPct val="100000"/>
                        </a:lnSpc>
                        <a:spcBef>
                          <a:spcPts val="0"/>
                        </a:spcBef>
                        <a:spcAft>
                          <a:spcPts val="0"/>
                        </a:spcAft>
                        <a:buNone/>
                      </a:pPr>
                      <a:r>
                        <a:rPr lang="en-US" sz="1800" b="1" u="none" strike="noStrike" cap="none"/>
                        <a:t>9</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800" b="1" u="none" strike="noStrike" cap="none"/>
                        <a:t>7</a:t>
                      </a:r>
                      <a:endParaRPr sz="1800" b="1" u="none" strike="noStrike" cap="none"/>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1154" name="Google Shape;1154;p326"/>
          <p:cNvGraphicFramePr/>
          <p:nvPr/>
        </p:nvGraphicFramePr>
        <p:xfrm>
          <a:off x="6024700" y="4967256"/>
          <a:ext cx="986300" cy="754700"/>
        </p:xfrm>
        <a:graphic>
          <a:graphicData uri="http://schemas.openxmlformats.org/drawingml/2006/table">
            <a:tbl>
              <a:tblPr firstRow="1" bandRow="1">
                <a:noFill/>
                <a:tableStyleId>{F70B0D8F-0185-44C2-A38C-8BAEE8BBAAC8}</a:tableStyleId>
              </a:tblPr>
              <a:tblGrid>
                <a:gridCol w="493150">
                  <a:extLst>
                    <a:ext uri="{9D8B030D-6E8A-4147-A177-3AD203B41FA5}">
                      <a16:colId xmlns:a16="http://schemas.microsoft.com/office/drawing/2014/main" val="20000"/>
                    </a:ext>
                  </a:extLst>
                </a:gridCol>
                <a:gridCol w="493150">
                  <a:extLst>
                    <a:ext uri="{9D8B030D-6E8A-4147-A177-3AD203B41FA5}">
                      <a16:colId xmlns:a16="http://schemas.microsoft.com/office/drawing/2014/main" val="20001"/>
                    </a:ext>
                  </a:extLst>
                </a:gridCol>
              </a:tblGrid>
              <a:tr h="369425">
                <a:tc>
                  <a:txBody>
                    <a:bodyPr/>
                    <a:lstStyle/>
                    <a:p>
                      <a:pPr marL="0" marR="0" lvl="0" indent="0" algn="l" rtl="0">
                        <a:lnSpc>
                          <a:spcPct val="100000"/>
                        </a:lnSpc>
                        <a:spcBef>
                          <a:spcPts val="0"/>
                        </a:spcBef>
                        <a:spcAft>
                          <a:spcPts val="0"/>
                        </a:spcAft>
                        <a:buNone/>
                      </a:pPr>
                      <a:r>
                        <a:rPr lang="en-US" sz="1800" b="1" u="none" strike="noStrike" cap="none"/>
                        <a:t>3</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800" b="1" u="none" strike="noStrike" cap="none"/>
                        <a:t>8</a:t>
                      </a:r>
                      <a:endParaRPr sz="1800" b="1" u="none" strike="noStrike" cap="none"/>
                    </a:p>
                  </a:txBody>
                  <a:tcPr marL="91450" marR="91450" marT="45725" marB="45725"/>
                </a:tc>
                <a:extLst>
                  <a:ext uri="{0D108BD9-81ED-4DB2-BD59-A6C34878D82A}">
                    <a16:rowId xmlns:a16="http://schemas.microsoft.com/office/drawing/2014/main" val="10000"/>
                  </a:ext>
                </a:extLst>
              </a:tr>
              <a:tr h="385275">
                <a:tc>
                  <a:txBody>
                    <a:bodyPr/>
                    <a:lstStyle/>
                    <a:p>
                      <a:pPr marL="0" marR="0" lvl="0" indent="0" algn="l" rtl="0">
                        <a:lnSpc>
                          <a:spcPct val="100000"/>
                        </a:lnSpc>
                        <a:spcBef>
                          <a:spcPts val="0"/>
                        </a:spcBef>
                        <a:spcAft>
                          <a:spcPts val="0"/>
                        </a:spcAft>
                        <a:buNone/>
                      </a:pPr>
                      <a:r>
                        <a:rPr lang="en-US" sz="1800" b="1" u="none" strike="noStrike" cap="none"/>
                        <a:t>2</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800" b="1" u="none" strike="noStrike" cap="none"/>
                        <a:t>7</a:t>
                      </a:r>
                      <a:endParaRPr sz="1800" b="1" u="none" strike="noStrike" cap="none"/>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1155" name="Google Shape;1155;p326"/>
          <p:cNvGraphicFramePr/>
          <p:nvPr/>
        </p:nvGraphicFramePr>
        <p:xfrm>
          <a:off x="9170869" y="4967256"/>
          <a:ext cx="986300" cy="754700"/>
        </p:xfrm>
        <a:graphic>
          <a:graphicData uri="http://schemas.openxmlformats.org/drawingml/2006/table">
            <a:tbl>
              <a:tblPr firstRow="1" bandRow="1">
                <a:noFill/>
                <a:tableStyleId>{F70B0D8F-0185-44C2-A38C-8BAEE8BBAAC8}</a:tableStyleId>
              </a:tblPr>
              <a:tblGrid>
                <a:gridCol w="493150">
                  <a:extLst>
                    <a:ext uri="{9D8B030D-6E8A-4147-A177-3AD203B41FA5}">
                      <a16:colId xmlns:a16="http://schemas.microsoft.com/office/drawing/2014/main" val="20000"/>
                    </a:ext>
                  </a:extLst>
                </a:gridCol>
                <a:gridCol w="493150">
                  <a:extLst>
                    <a:ext uri="{9D8B030D-6E8A-4147-A177-3AD203B41FA5}">
                      <a16:colId xmlns:a16="http://schemas.microsoft.com/office/drawing/2014/main" val="20001"/>
                    </a:ext>
                  </a:extLst>
                </a:gridCol>
              </a:tblGrid>
              <a:tr h="369425">
                <a:tc>
                  <a:txBody>
                    <a:bodyPr/>
                    <a:lstStyle/>
                    <a:p>
                      <a:pPr marL="0" marR="0" lvl="0" indent="0" algn="l" rtl="0">
                        <a:lnSpc>
                          <a:spcPct val="100000"/>
                        </a:lnSpc>
                        <a:spcBef>
                          <a:spcPts val="0"/>
                        </a:spcBef>
                        <a:spcAft>
                          <a:spcPts val="0"/>
                        </a:spcAft>
                        <a:buNone/>
                      </a:pPr>
                      <a:r>
                        <a:rPr lang="en-US" sz="1800" b="1" u="none" strike="noStrike" cap="none"/>
                        <a:t>3</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800" b="1" u="none" strike="noStrike" cap="none"/>
                        <a:t>2</a:t>
                      </a:r>
                      <a:endParaRPr sz="1800" b="1" u="none" strike="noStrike" cap="none"/>
                    </a:p>
                  </a:txBody>
                  <a:tcPr marL="91450" marR="91450" marT="45725" marB="45725"/>
                </a:tc>
                <a:extLst>
                  <a:ext uri="{0D108BD9-81ED-4DB2-BD59-A6C34878D82A}">
                    <a16:rowId xmlns:a16="http://schemas.microsoft.com/office/drawing/2014/main" val="10000"/>
                  </a:ext>
                </a:extLst>
              </a:tr>
              <a:tr h="385275">
                <a:tc>
                  <a:txBody>
                    <a:bodyPr/>
                    <a:lstStyle/>
                    <a:p>
                      <a:pPr marL="0" marR="0" lvl="0" indent="0" algn="l" rtl="0">
                        <a:lnSpc>
                          <a:spcPct val="100000"/>
                        </a:lnSpc>
                        <a:spcBef>
                          <a:spcPts val="0"/>
                        </a:spcBef>
                        <a:spcAft>
                          <a:spcPts val="0"/>
                        </a:spcAft>
                        <a:buNone/>
                      </a:pPr>
                      <a:r>
                        <a:rPr lang="en-US" sz="1800" b="1" u="none" strike="noStrike" cap="none"/>
                        <a:t>2</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800" b="1" u="none" strike="noStrike" cap="none"/>
                        <a:t>9</a:t>
                      </a:r>
                      <a:endParaRPr sz="1800" b="1" u="none" strike="noStrike" cap="none"/>
                    </a:p>
                  </a:txBody>
                  <a:tcPr marL="91450" marR="91450" marT="45725" marB="45725"/>
                </a:tc>
                <a:extLst>
                  <a:ext uri="{0D108BD9-81ED-4DB2-BD59-A6C34878D82A}">
                    <a16:rowId xmlns:a16="http://schemas.microsoft.com/office/drawing/2014/main" val="10001"/>
                  </a:ext>
                </a:extLst>
              </a:tr>
            </a:tbl>
          </a:graphicData>
        </a:graphic>
      </p:graphicFrame>
      <p:sp>
        <p:nvSpPr>
          <p:cNvPr id="1156" name="Google Shape;1156;p326"/>
          <p:cNvSpPr/>
          <p:nvPr/>
        </p:nvSpPr>
        <p:spPr>
          <a:xfrm>
            <a:off x="7779931" y="5170456"/>
            <a:ext cx="350981" cy="350982"/>
          </a:xfrm>
          <a:prstGeom prst="plus">
            <a:avLst>
              <a:gd name="adj" fmla="val 2500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57" name="Google Shape;1157;p326"/>
          <p:cNvSpPr/>
          <p:nvPr/>
        </p:nvSpPr>
        <p:spPr>
          <a:xfrm>
            <a:off x="4493787" y="5300232"/>
            <a:ext cx="554182" cy="91429"/>
          </a:xfrm>
          <a:prstGeom prst="rect">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p327"/>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Hands on - Python</a:t>
            </a:r>
            <a:endParaRPr sz="1400" b="0" i="0" u="none" strike="noStrike" cap="none">
              <a:solidFill>
                <a:srgbClr val="000000"/>
              </a:solidFill>
              <a:latin typeface="Arial"/>
              <a:ea typeface="Arial"/>
              <a:cs typeface="Arial"/>
              <a:sym typeface="Arial"/>
            </a:endParaRPr>
          </a:p>
        </p:txBody>
      </p:sp>
      <p:sp>
        <p:nvSpPr>
          <p:cNvPr id="1164" name="Google Shape;1164;p327"/>
          <p:cNvSpPr/>
          <p:nvPr/>
        </p:nvSpPr>
        <p:spPr>
          <a:xfrm>
            <a:off x="455776" y="1459522"/>
            <a:ext cx="8522901"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165" name="Google Shape;1165;p327"/>
          <p:cNvSpPr/>
          <p:nvPr/>
        </p:nvSpPr>
        <p:spPr>
          <a:xfrm>
            <a:off x="9533333" y="1459523"/>
            <a:ext cx="2340713"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166" name="Google Shape;1166;p327"/>
          <p:cNvSpPr txBox="1"/>
          <p:nvPr/>
        </p:nvSpPr>
        <p:spPr>
          <a:xfrm>
            <a:off x="10060605" y="1547454"/>
            <a:ext cx="1205016"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Output</a:t>
            </a:r>
            <a:endParaRPr sz="1800" b="1" i="0" u="none" strike="noStrike" cap="none">
              <a:solidFill>
                <a:srgbClr val="000000"/>
              </a:solidFill>
              <a:latin typeface="Arial"/>
              <a:ea typeface="Arial"/>
              <a:cs typeface="Arial"/>
              <a:sym typeface="Arial"/>
            </a:endParaRPr>
          </a:p>
        </p:txBody>
      </p:sp>
      <p:sp>
        <p:nvSpPr>
          <p:cNvPr id="1167" name="Google Shape;1167;p327"/>
          <p:cNvSpPr/>
          <p:nvPr/>
        </p:nvSpPr>
        <p:spPr>
          <a:xfrm>
            <a:off x="165579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In this example, we have used the numpy.cross() method to find the cross product of the two matrices.</a:t>
            </a:r>
            <a:endParaRPr/>
          </a:p>
        </p:txBody>
      </p:sp>
      <p:pic>
        <p:nvPicPr>
          <p:cNvPr id="1168" name="Google Shape;1168;p327"/>
          <p:cNvPicPr preferRelativeResize="0"/>
          <p:nvPr/>
        </p:nvPicPr>
        <p:blipFill rotWithShape="1">
          <a:blip r:embed="rId3">
            <a:alphaModFix/>
          </a:blip>
          <a:srcRect/>
          <a:stretch/>
        </p:blipFill>
        <p:spPr>
          <a:xfrm>
            <a:off x="686108" y="2239096"/>
            <a:ext cx="8232612" cy="1593993"/>
          </a:xfrm>
          <a:prstGeom prst="rect">
            <a:avLst/>
          </a:prstGeom>
          <a:noFill/>
          <a:ln>
            <a:noFill/>
          </a:ln>
        </p:spPr>
      </p:pic>
      <p:pic>
        <p:nvPicPr>
          <p:cNvPr id="1169" name="Google Shape;1169;p327"/>
          <p:cNvPicPr preferRelativeResize="0"/>
          <p:nvPr/>
        </p:nvPicPr>
        <p:blipFill rotWithShape="1">
          <a:blip r:embed="rId4">
            <a:alphaModFix/>
          </a:blip>
          <a:srcRect/>
          <a:stretch/>
        </p:blipFill>
        <p:spPr>
          <a:xfrm>
            <a:off x="9737595" y="2804713"/>
            <a:ext cx="1851036" cy="46275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sp>
        <p:nvSpPr>
          <p:cNvPr id="1175" name="Google Shape;1175;p328"/>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Transpose</a:t>
            </a:r>
            <a:endParaRPr/>
          </a:p>
        </p:txBody>
      </p:sp>
      <p:grpSp>
        <p:nvGrpSpPr>
          <p:cNvPr id="1176" name="Google Shape;1176;p328"/>
          <p:cNvGrpSpPr/>
          <p:nvPr/>
        </p:nvGrpSpPr>
        <p:grpSpPr>
          <a:xfrm>
            <a:off x="1690089" y="1872777"/>
            <a:ext cx="2611315" cy="1622180"/>
            <a:chOff x="4423877" y="3182812"/>
            <a:chExt cx="2611315" cy="2593731"/>
          </a:xfrm>
        </p:grpSpPr>
        <p:sp>
          <p:nvSpPr>
            <p:cNvPr id="1177" name="Google Shape;1177;p328"/>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178" name="Google Shape;1178;p328"/>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179" name="Google Shape;1179;p328"/>
          <p:cNvSpPr txBox="1"/>
          <p:nvPr/>
        </p:nvSpPr>
        <p:spPr>
          <a:xfrm>
            <a:off x="4301404" y="1580388"/>
            <a:ext cx="63304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a:t>
            </a:r>
            <a:endParaRPr sz="3200" b="1" i="0" u="none" strike="noStrike" cap="none">
              <a:solidFill>
                <a:srgbClr val="000000"/>
              </a:solidFill>
              <a:latin typeface="Arial"/>
              <a:ea typeface="Arial"/>
              <a:cs typeface="Arial"/>
              <a:sym typeface="Arial"/>
            </a:endParaRPr>
          </a:p>
        </p:txBody>
      </p:sp>
      <p:sp>
        <p:nvSpPr>
          <p:cNvPr id="1180" name="Google Shape;1180;p328"/>
          <p:cNvSpPr/>
          <p:nvPr/>
        </p:nvSpPr>
        <p:spPr>
          <a:xfrm>
            <a:off x="1929689" y="4591113"/>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In the transpose of a matrix, the columns and rows are interchanged like shown in the example. </a:t>
            </a:r>
            <a:endParaRPr sz="2000" b="1" i="0" u="none" strike="noStrike" cap="none">
              <a:solidFill>
                <a:srgbClr val="000000"/>
              </a:solidFill>
              <a:latin typeface="Calibri"/>
              <a:ea typeface="Calibri"/>
              <a:cs typeface="Calibri"/>
              <a:sym typeface="Calibri"/>
            </a:endParaRPr>
          </a:p>
        </p:txBody>
      </p:sp>
      <p:grpSp>
        <p:nvGrpSpPr>
          <p:cNvPr id="1181" name="Google Shape;1181;p328"/>
          <p:cNvGrpSpPr/>
          <p:nvPr/>
        </p:nvGrpSpPr>
        <p:grpSpPr>
          <a:xfrm>
            <a:off x="7580936" y="1463908"/>
            <a:ext cx="1993888" cy="2593731"/>
            <a:chOff x="4423877" y="3182812"/>
            <a:chExt cx="2611315" cy="2593731"/>
          </a:xfrm>
        </p:grpSpPr>
        <p:sp>
          <p:nvSpPr>
            <p:cNvPr id="1182" name="Google Shape;1182;p328"/>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183" name="Google Shape;1183;p328"/>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184" name="Google Shape;1184;p328"/>
          <p:cNvSpPr txBox="1"/>
          <p:nvPr/>
        </p:nvSpPr>
        <p:spPr>
          <a:xfrm>
            <a:off x="7791950" y="1718889"/>
            <a:ext cx="633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85" name="Google Shape;1185;p328"/>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aphicFrame>
        <p:nvGraphicFramePr>
          <p:cNvPr id="1186" name="Google Shape;1186;p328"/>
          <p:cNvGraphicFramePr/>
          <p:nvPr/>
        </p:nvGraphicFramePr>
        <p:xfrm>
          <a:off x="1867900" y="2113494"/>
          <a:ext cx="2269425" cy="1280180"/>
        </p:xfrm>
        <a:graphic>
          <a:graphicData uri="http://schemas.openxmlformats.org/drawingml/2006/table">
            <a:tbl>
              <a:tblPr firstRow="1" bandRow="1">
                <a:noFill/>
                <a:tableStyleId>{F70B0D8F-0185-44C2-A38C-8BAEE8BBAAC8}</a:tableStyleId>
              </a:tblPr>
              <a:tblGrid>
                <a:gridCol w="756475">
                  <a:extLst>
                    <a:ext uri="{9D8B030D-6E8A-4147-A177-3AD203B41FA5}">
                      <a16:colId xmlns:a16="http://schemas.microsoft.com/office/drawing/2014/main" val="20000"/>
                    </a:ext>
                  </a:extLst>
                </a:gridCol>
                <a:gridCol w="756475">
                  <a:extLst>
                    <a:ext uri="{9D8B030D-6E8A-4147-A177-3AD203B41FA5}">
                      <a16:colId xmlns:a16="http://schemas.microsoft.com/office/drawing/2014/main" val="20001"/>
                    </a:ext>
                  </a:extLst>
                </a:gridCol>
                <a:gridCol w="756475">
                  <a:extLst>
                    <a:ext uri="{9D8B030D-6E8A-4147-A177-3AD203B41FA5}">
                      <a16:colId xmlns:a16="http://schemas.microsoft.com/office/drawing/2014/main" val="20002"/>
                    </a:ext>
                  </a:extLst>
                </a:gridCol>
              </a:tblGrid>
              <a:tr h="5703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570375">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1187" name="Google Shape;1187;p328"/>
          <p:cNvGraphicFramePr/>
          <p:nvPr/>
        </p:nvGraphicFramePr>
        <p:xfrm>
          <a:off x="7847264" y="1638018"/>
          <a:ext cx="1432150" cy="2184000"/>
        </p:xfrm>
        <a:graphic>
          <a:graphicData uri="http://schemas.openxmlformats.org/drawingml/2006/table">
            <a:tbl>
              <a:tblPr firstRow="1" bandRow="1">
                <a:noFill/>
                <a:tableStyleId>{F70B0D8F-0185-44C2-A38C-8BAEE8BBAAC8}</a:tableStyleId>
              </a:tblPr>
              <a:tblGrid>
                <a:gridCol w="716075">
                  <a:extLst>
                    <a:ext uri="{9D8B030D-6E8A-4147-A177-3AD203B41FA5}">
                      <a16:colId xmlns:a16="http://schemas.microsoft.com/office/drawing/2014/main" val="20000"/>
                    </a:ext>
                  </a:extLst>
                </a:gridCol>
                <a:gridCol w="716075">
                  <a:extLst>
                    <a:ext uri="{9D8B030D-6E8A-4147-A177-3AD203B41FA5}">
                      <a16:colId xmlns:a16="http://schemas.microsoft.com/office/drawing/2014/main" val="20001"/>
                    </a:ext>
                  </a:extLst>
                </a:gridCol>
              </a:tblGrid>
              <a:tr h="7280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7280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r h="7280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92"/>
        <p:cNvGrpSpPr/>
        <p:nvPr/>
      </p:nvGrpSpPr>
      <p:grpSpPr>
        <a:xfrm>
          <a:off x="0" y="0"/>
          <a:ext cx="0" cy="0"/>
          <a:chOff x="0" y="0"/>
          <a:chExt cx="0" cy="0"/>
        </a:xfrm>
      </p:grpSpPr>
      <p:sp>
        <p:nvSpPr>
          <p:cNvPr id="1193" name="Google Shape;1193;p329"/>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Properties of Transpose of a Matrix</a:t>
            </a:r>
            <a:endParaRPr/>
          </a:p>
        </p:txBody>
      </p:sp>
      <p:sp>
        <p:nvSpPr>
          <p:cNvPr id="1194" name="Google Shape;1194;p329"/>
          <p:cNvSpPr/>
          <p:nvPr/>
        </p:nvSpPr>
        <p:spPr>
          <a:xfrm>
            <a:off x="6761279" y="1452259"/>
            <a:ext cx="4657415" cy="1493164"/>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Additive property of transpose of a matrix</a:t>
            </a:r>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(A+B)’ = A’ + B’</a:t>
            </a:r>
            <a:endParaRPr sz="2000" b="1" i="0" u="none" strike="noStrike" cap="none">
              <a:solidFill>
                <a:srgbClr val="000000"/>
              </a:solidFill>
              <a:latin typeface="Calibri"/>
              <a:ea typeface="Calibri"/>
              <a:cs typeface="Calibri"/>
              <a:sym typeface="Calibri"/>
            </a:endParaRPr>
          </a:p>
        </p:txBody>
      </p:sp>
      <p:sp>
        <p:nvSpPr>
          <p:cNvPr id="1195" name="Google Shape;1195;p329"/>
          <p:cNvSpPr/>
          <p:nvPr/>
        </p:nvSpPr>
        <p:spPr>
          <a:xfrm>
            <a:off x="741051" y="1452259"/>
            <a:ext cx="4657415" cy="1493164"/>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Transpose of a Transposed matrix is the original matrix</a:t>
            </a:r>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(A’)’ = A</a:t>
            </a:r>
            <a:endParaRPr sz="2000" b="1" i="0" u="none" strike="noStrike" cap="none">
              <a:solidFill>
                <a:srgbClr val="000000"/>
              </a:solidFill>
              <a:latin typeface="Calibri"/>
              <a:ea typeface="Calibri"/>
              <a:cs typeface="Calibri"/>
              <a:sym typeface="Calibri"/>
            </a:endParaRPr>
          </a:p>
        </p:txBody>
      </p:sp>
      <p:sp>
        <p:nvSpPr>
          <p:cNvPr id="1196" name="Google Shape;1196;p329"/>
          <p:cNvSpPr/>
          <p:nvPr/>
        </p:nvSpPr>
        <p:spPr>
          <a:xfrm>
            <a:off x="6761278" y="3826182"/>
            <a:ext cx="4657415" cy="1493164"/>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Multiplication property of the transpose</a:t>
            </a:r>
            <a:r>
              <a:rPr lang="en-US" sz="2000" b="1" i="0" u="none" strike="noStrike" cap="none">
                <a:solidFill>
                  <a:srgbClr val="000000"/>
                </a:solidFill>
                <a:latin typeface="Calibri"/>
                <a:ea typeface="Calibri"/>
                <a:cs typeface="Calibri"/>
                <a:sym typeface="Calibri"/>
              </a:rPr>
              <a:t>:</a:t>
            </a:r>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(AB)’ = B’A’</a:t>
            </a:r>
            <a:endParaRPr sz="2000" b="0" i="0" u="none" strike="noStrike" cap="none">
              <a:solidFill>
                <a:srgbClr val="000000"/>
              </a:solidFill>
              <a:latin typeface="Calibri"/>
              <a:ea typeface="Calibri"/>
              <a:cs typeface="Calibri"/>
              <a:sym typeface="Calibri"/>
            </a:endParaRPr>
          </a:p>
        </p:txBody>
      </p:sp>
      <p:sp>
        <p:nvSpPr>
          <p:cNvPr id="1197" name="Google Shape;1197;p329"/>
          <p:cNvSpPr/>
          <p:nvPr/>
        </p:nvSpPr>
        <p:spPr>
          <a:xfrm>
            <a:off x="741050" y="3826182"/>
            <a:ext cx="4657415" cy="1493164"/>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Multiplication by a Constant</a:t>
            </a:r>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K x A’ = KA’, </a:t>
            </a:r>
            <a:r>
              <a:rPr lang="en-US" sz="2000" b="0" i="0" u="none" strike="noStrike" cap="none">
                <a:solidFill>
                  <a:srgbClr val="000000"/>
                </a:solidFill>
                <a:latin typeface="Calibri"/>
                <a:ea typeface="Calibri"/>
                <a:cs typeface="Calibri"/>
                <a:sym typeface="Calibri"/>
              </a:rPr>
              <a:t>Where K is a constant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02"/>
        <p:cNvGrpSpPr/>
        <p:nvPr/>
      </p:nvGrpSpPr>
      <p:grpSpPr>
        <a:xfrm>
          <a:off x="0" y="0"/>
          <a:ext cx="0" cy="0"/>
          <a:chOff x="0" y="0"/>
          <a:chExt cx="0" cy="0"/>
        </a:xfrm>
      </p:grpSpPr>
      <p:sp>
        <p:nvSpPr>
          <p:cNvPr id="1203" name="Google Shape;1203;p330"/>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Hands on - Python</a:t>
            </a:r>
            <a:endParaRPr sz="1400" b="0" i="0" u="none" strike="noStrike" cap="none">
              <a:solidFill>
                <a:srgbClr val="000000"/>
              </a:solidFill>
              <a:latin typeface="Arial"/>
              <a:ea typeface="Arial"/>
              <a:cs typeface="Arial"/>
              <a:sym typeface="Arial"/>
            </a:endParaRPr>
          </a:p>
        </p:txBody>
      </p:sp>
      <p:sp>
        <p:nvSpPr>
          <p:cNvPr id="1204" name="Google Shape;1204;p330"/>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205" name="Google Shape;1205;p330"/>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206" name="Google Shape;1206;p330"/>
          <p:cNvSpPr txBox="1"/>
          <p:nvPr/>
        </p:nvSpPr>
        <p:spPr>
          <a:xfrm>
            <a:off x="8748346" y="1547454"/>
            <a:ext cx="182880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Output</a:t>
            </a:r>
            <a:endParaRPr sz="1800" b="1" i="0" u="none" strike="noStrike" cap="none">
              <a:solidFill>
                <a:srgbClr val="000000"/>
              </a:solidFill>
              <a:latin typeface="Arial"/>
              <a:ea typeface="Arial"/>
              <a:cs typeface="Arial"/>
              <a:sym typeface="Arial"/>
            </a:endParaRPr>
          </a:p>
        </p:txBody>
      </p:sp>
      <p:sp>
        <p:nvSpPr>
          <p:cNvPr id="1207" name="Google Shape;1207;p330"/>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In this example, we have used the numpy.transpose() method to obtain the transpose of the matrix E.</a:t>
            </a:r>
            <a:endParaRPr/>
          </a:p>
        </p:txBody>
      </p:sp>
      <p:pic>
        <p:nvPicPr>
          <p:cNvPr id="1208" name="Google Shape;1208;p330"/>
          <p:cNvPicPr preferRelativeResize="0"/>
          <p:nvPr/>
        </p:nvPicPr>
        <p:blipFill rotWithShape="1">
          <a:blip r:embed="rId3">
            <a:alphaModFix/>
          </a:blip>
          <a:srcRect/>
          <a:stretch/>
        </p:blipFill>
        <p:spPr>
          <a:xfrm>
            <a:off x="1035957" y="2338585"/>
            <a:ext cx="6080246" cy="1486067"/>
          </a:xfrm>
          <a:prstGeom prst="rect">
            <a:avLst/>
          </a:prstGeom>
          <a:noFill/>
          <a:ln>
            <a:noFill/>
          </a:ln>
        </p:spPr>
      </p:pic>
      <p:pic>
        <p:nvPicPr>
          <p:cNvPr id="1209" name="Google Shape;1209;p330"/>
          <p:cNvPicPr preferRelativeResize="0"/>
          <p:nvPr/>
        </p:nvPicPr>
        <p:blipFill rotWithShape="1">
          <a:blip r:embed="rId4">
            <a:alphaModFix/>
          </a:blip>
          <a:srcRect/>
          <a:stretch/>
        </p:blipFill>
        <p:spPr>
          <a:xfrm>
            <a:off x="8748346" y="2338585"/>
            <a:ext cx="2013115" cy="183856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Google Shape;1215;p331"/>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a:t>
            </a:r>
            <a:endParaRPr/>
          </a:p>
        </p:txBody>
      </p:sp>
      <p:grpSp>
        <p:nvGrpSpPr>
          <p:cNvPr id="1216" name="Google Shape;1216;p331"/>
          <p:cNvGrpSpPr/>
          <p:nvPr/>
        </p:nvGrpSpPr>
        <p:grpSpPr>
          <a:xfrm>
            <a:off x="1690089" y="1433141"/>
            <a:ext cx="2611315" cy="2593731"/>
            <a:chOff x="4423877" y="3182812"/>
            <a:chExt cx="2611315" cy="2593731"/>
          </a:xfrm>
        </p:grpSpPr>
        <p:sp>
          <p:nvSpPr>
            <p:cNvPr id="1217" name="Google Shape;1217;p331"/>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18" name="Google Shape;1218;p331"/>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219" name="Google Shape;1219;p331"/>
          <p:cNvSpPr txBox="1"/>
          <p:nvPr/>
        </p:nvSpPr>
        <p:spPr>
          <a:xfrm>
            <a:off x="4301404" y="1140753"/>
            <a:ext cx="63304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-1</a:t>
            </a:r>
            <a:endParaRPr sz="3200" b="1" i="0" u="none" strike="noStrike" cap="none">
              <a:solidFill>
                <a:srgbClr val="000000"/>
              </a:solidFill>
              <a:latin typeface="Arial"/>
              <a:ea typeface="Arial"/>
              <a:cs typeface="Arial"/>
              <a:sym typeface="Arial"/>
            </a:endParaRPr>
          </a:p>
        </p:txBody>
      </p:sp>
      <p:graphicFrame>
        <p:nvGraphicFramePr>
          <p:cNvPr id="1220" name="Google Shape;1220;p331"/>
          <p:cNvGraphicFramePr/>
          <p:nvPr/>
        </p:nvGraphicFramePr>
        <p:xfrm>
          <a:off x="2027871"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221" name="Google Shape;1221;p331"/>
          <p:cNvSpPr/>
          <p:nvPr/>
        </p:nvSpPr>
        <p:spPr>
          <a:xfrm>
            <a:off x="7508632" y="1557766"/>
            <a:ext cx="3859822" cy="366486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To understand the inverse of a matrix, there are several concepts that you must be familiar with like determinant of a matrix, adjoint of a matrix, etc.</a:t>
            </a:r>
            <a:endParaRPr sz="2000" b="1" i="0" u="none" strike="noStrike" cap="none">
              <a:solidFill>
                <a:srgbClr val="000000"/>
              </a:solidFill>
              <a:latin typeface="Calibri"/>
              <a:ea typeface="Calibri"/>
              <a:cs typeface="Calibri"/>
              <a:sym typeface="Calibri"/>
            </a:endParaRPr>
          </a:p>
        </p:txBody>
      </p:sp>
      <p:sp>
        <p:nvSpPr>
          <p:cNvPr id="1222" name="Google Shape;1222;p331"/>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27"/>
        <p:cNvGrpSpPr/>
        <p:nvPr/>
      </p:nvGrpSpPr>
      <p:grpSpPr>
        <a:xfrm>
          <a:off x="0" y="0"/>
          <a:ext cx="0" cy="0"/>
          <a:chOff x="0" y="0"/>
          <a:chExt cx="0" cy="0"/>
        </a:xfrm>
      </p:grpSpPr>
      <p:sp>
        <p:nvSpPr>
          <p:cNvPr id="1228" name="Google Shape;1228;p332"/>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 – Determinant of a Matrix</a:t>
            </a:r>
            <a:endParaRPr/>
          </a:p>
        </p:txBody>
      </p:sp>
      <p:grpSp>
        <p:nvGrpSpPr>
          <p:cNvPr id="1229" name="Google Shape;1229;p332"/>
          <p:cNvGrpSpPr/>
          <p:nvPr/>
        </p:nvGrpSpPr>
        <p:grpSpPr>
          <a:xfrm>
            <a:off x="1690089" y="1433141"/>
            <a:ext cx="2611315" cy="2593731"/>
            <a:chOff x="4423877" y="3182812"/>
            <a:chExt cx="2611315" cy="2593731"/>
          </a:xfrm>
        </p:grpSpPr>
        <p:sp>
          <p:nvSpPr>
            <p:cNvPr id="1230" name="Google Shape;1230;p332"/>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31" name="Google Shape;1231;p332"/>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232" name="Google Shape;1232;p332"/>
          <p:cNvGraphicFramePr/>
          <p:nvPr/>
        </p:nvGraphicFramePr>
        <p:xfrm>
          <a:off x="2027871"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233" name="Google Shape;1233;p332"/>
          <p:cNvSpPr/>
          <p:nvPr/>
        </p:nvSpPr>
        <p:spPr>
          <a:xfrm>
            <a:off x="7508632" y="1557766"/>
            <a:ext cx="3859822" cy="366486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We can follow the laplacian expansion method to find the determinant of the matrix. It helps us in finding the inverse of the matrix.</a:t>
            </a:r>
            <a:endParaRPr/>
          </a:p>
        </p:txBody>
      </p:sp>
      <p:sp>
        <p:nvSpPr>
          <p:cNvPr id="1234" name="Google Shape;1234;p332"/>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333"/>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 – Determinant of a 2x2 Matrix</a:t>
            </a:r>
            <a:endParaRPr/>
          </a:p>
        </p:txBody>
      </p:sp>
      <p:grpSp>
        <p:nvGrpSpPr>
          <p:cNvPr id="1241" name="Google Shape;1241;p333"/>
          <p:cNvGrpSpPr/>
          <p:nvPr/>
        </p:nvGrpSpPr>
        <p:grpSpPr>
          <a:xfrm>
            <a:off x="1602165" y="1529862"/>
            <a:ext cx="2611315" cy="1538654"/>
            <a:chOff x="4423877" y="3182812"/>
            <a:chExt cx="2611315" cy="2593731"/>
          </a:xfrm>
        </p:grpSpPr>
        <p:sp>
          <p:nvSpPr>
            <p:cNvPr id="1242" name="Google Shape;1242;p333"/>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43" name="Google Shape;1243;p333"/>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244" name="Google Shape;1244;p333"/>
          <p:cNvSpPr/>
          <p:nvPr/>
        </p:nvSpPr>
        <p:spPr>
          <a:xfrm>
            <a:off x="4620982" y="1853357"/>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aphicFrame>
        <p:nvGraphicFramePr>
          <p:cNvPr id="1245" name="Google Shape;1245;p333"/>
          <p:cNvGraphicFramePr/>
          <p:nvPr/>
        </p:nvGraphicFramePr>
        <p:xfrm>
          <a:off x="1926491" y="1546792"/>
          <a:ext cx="1977275" cy="1416200"/>
        </p:xfrm>
        <a:graphic>
          <a:graphicData uri="http://schemas.openxmlformats.org/drawingml/2006/table">
            <a:tbl>
              <a:tblPr firstRow="1" bandRow="1">
                <a:noFill/>
                <a:tableStyleId>{F70B0D8F-0185-44C2-A38C-8BAEE8BBAAC8}</a:tableStyleId>
              </a:tblPr>
              <a:tblGrid>
                <a:gridCol w="957375">
                  <a:extLst>
                    <a:ext uri="{9D8B030D-6E8A-4147-A177-3AD203B41FA5}">
                      <a16:colId xmlns:a16="http://schemas.microsoft.com/office/drawing/2014/main" val="20000"/>
                    </a:ext>
                  </a:extLst>
                </a:gridCol>
                <a:gridCol w="1019900">
                  <a:extLst>
                    <a:ext uri="{9D8B030D-6E8A-4147-A177-3AD203B41FA5}">
                      <a16:colId xmlns:a16="http://schemas.microsoft.com/office/drawing/2014/main" val="20001"/>
                    </a:ext>
                  </a:extLst>
                </a:gridCol>
              </a:tblGrid>
              <a:tr h="7081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a</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b</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7081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c</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d</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grpSp>
        <p:nvGrpSpPr>
          <p:cNvPr id="1246" name="Google Shape;1246;p333"/>
          <p:cNvGrpSpPr/>
          <p:nvPr/>
        </p:nvGrpSpPr>
        <p:grpSpPr>
          <a:xfrm>
            <a:off x="1602165" y="3930162"/>
            <a:ext cx="2611315" cy="1538654"/>
            <a:chOff x="4423877" y="3182812"/>
            <a:chExt cx="2611315" cy="2593731"/>
          </a:xfrm>
        </p:grpSpPr>
        <p:sp>
          <p:nvSpPr>
            <p:cNvPr id="1247" name="Google Shape;1247;p333"/>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48" name="Google Shape;1248;p333"/>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249" name="Google Shape;1249;p333"/>
          <p:cNvSpPr/>
          <p:nvPr/>
        </p:nvSpPr>
        <p:spPr>
          <a:xfrm>
            <a:off x="4761659" y="4253657"/>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50" name="Google Shape;1250;p333"/>
          <p:cNvSpPr/>
          <p:nvPr/>
        </p:nvSpPr>
        <p:spPr>
          <a:xfrm>
            <a:off x="6031832" y="4039534"/>
            <a:ext cx="5834955" cy="107887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|Matrix| = 1 x 9 – 4 x 6 = 9 – 24 = -15 </a:t>
            </a:r>
            <a:endParaRPr/>
          </a:p>
        </p:txBody>
      </p:sp>
      <p:graphicFrame>
        <p:nvGraphicFramePr>
          <p:cNvPr id="1251" name="Google Shape;1251;p333"/>
          <p:cNvGraphicFramePr/>
          <p:nvPr/>
        </p:nvGraphicFramePr>
        <p:xfrm>
          <a:off x="1926491" y="3947092"/>
          <a:ext cx="1977275" cy="1416200"/>
        </p:xfrm>
        <a:graphic>
          <a:graphicData uri="http://schemas.openxmlformats.org/drawingml/2006/table">
            <a:tbl>
              <a:tblPr firstRow="1" bandRow="1">
                <a:noFill/>
                <a:tableStyleId>{F70B0D8F-0185-44C2-A38C-8BAEE8BBAAC8}</a:tableStyleId>
              </a:tblPr>
              <a:tblGrid>
                <a:gridCol w="957375">
                  <a:extLst>
                    <a:ext uri="{9D8B030D-6E8A-4147-A177-3AD203B41FA5}">
                      <a16:colId xmlns:a16="http://schemas.microsoft.com/office/drawing/2014/main" val="20000"/>
                    </a:ext>
                  </a:extLst>
                </a:gridCol>
                <a:gridCol w="1019900">
                  <a:extLst>
                    <a:ext uri="{9D8B030D-6E8A-4147-A177-3AD203B41FA5}">
                      <a16:colId xmlns:a16="http://schemas.microsoft.com/office/drawing/2014/main" val="20001"/>
                    </a:ext>
                  </a:extLst>
                </a:gridCol>
              </a:tblGrid>
              <a:tr h="7081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7081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1252" name="Google Shape;1252;p333"/>
          <p:cNvSpPr/>
          <p:nvPr/>
        </p:nvSpPr>
        <p:spPr>
          <a:xfrm>
            <a:off x="5917305" y="1639234"/>
            <a:ext cx="5834955" cy="107887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000000"/>
                </a:solidFill>
                <a:latin typeface="Calibri"/>
                <a:ea typeface="Calibri"/>
                <a:cs typeface="Calibri"/>
                <a:sym typeface="Calibri"/>
              </a:rPr>
              <a:t>|Matrix| = a x d – b x c</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57"/>
        <p:cNvGrpSpPr/>
        <p:nvPr/>
      </p:nvGrpSpPr>
      <p:grpSpPr>
        <a:xfrm>
          <a:off x="0" y="0"/>
          <a:ext cx="0" cy="0"/>
          <a:chOff x="0" y="0"/>
          <a:chExt cx="0" cy="0"/>
        </a:xfrm>
      </p:grpSpPr>
      <p:sp>
        <p:nvSpPr>
          <p:cNvPr id="1258" name="Google Shape;1258;p33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 – Determinant of a 3x3 Matrix</a:t>
            </a:r>
            <a:endParaRPr/>
          </a:p>
        </p:txBody>
      </p:sp>
      <p:grpSp>
        <p:nvGrpSpPr>
          <p:cNvPr id="1259" name="Google Shape;1259;p334"/>
          <p:cNvGrpSpPr/>
          <p:nvPr/>
        </p:nvGrpSpPr>
        <p:grpSpPr>
          <a:xfrm>
            <a:off x="529505" y="1433141"/>
            <a:ext cx="2611315" cy="2593731"/>
            <a:chOff x="4423877" y="3182812"/>
            <a:chExt cx="2611315" cy="2593731"/>
          </a:xfrm>
        </p:grpSpPr>
        <p:sp>
          <p:nvSpPr>
            <p:cNvPr id="1260" name="Google Shape;1260;p33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61" name="Google Shape;1261;p33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262" name="Google Shape;1262;p334"/>
          <p:cNvGraphicFramePr/>
          <p:nvPr/>
        </p:nvGraphicFramePr>
        <p:xfrm>
          <a:off x="867287"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a</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b</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c</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d</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e</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f</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g</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h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i</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263" name="Google Shape;1263;p334"/>
          <p:cNvSpPr/>
          <p:nvPr/>
        </p:nvSpPr>
        <p:spPr>
          <a:xfrm>
            <a:off x="3543300" y="225522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64" name="Google Shape;1264;p334"/>
          <p:cNvSpPr/>
          <p:nvPr/>
        </p:nvSpPr>
        <p:spPr>
          <a:xfrm>
            <a:off x="5301761" y="2127738"/>
            <a:ext cx="6664570" cy="93198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|Matrix| = a(e x i – f x h) – b(d x i – f x g) + c(d x h – e x g)</a:t>
            </a:r>
            <a:endParaRPr sz="2000" b="1" i="0" u="none" strike="noStrike" cap="none">
              <a:solidFill>
                <a:srgbClr val="000000"/>
              </a:solidFill>
              <a:latin typeface="Calibri"/>
              <a:ea typeface="Calibri"/>
              <a:cs typeface="Calibri"/>
              <a:sym typeface="Calibri"/>
            </a:endParaRPr>
          </a:p>
        </p:txBody>
      </p:sp>
      <p:grpSp>
        <p:nvGrpSpPr>
          <p:cNvPr id="1265" name="Google Shape;1265;p334"/>
          <p:cNvGrpSpPr/>
          <p:nvPr/>
        </p:nvGrpSpPr>
        <p:grpSpPr>
          <a:xfrm>
            <a:off x="9030408" y="3516918"/>
            <a:ext cx="2611315" cy="2593731"/>
            <a:chOff x="4423877" y="3182812"/>
            <a:chExt cx="2611315" cy="2593731"/>
          </a:xfrm>
        </p:grpSpPr>
        <p:sp>
          <p:nvSpPr>
            <p:cNvPr id="1266" name="Google Shape;1266;p33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67" name="Google Shape;1267;p33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268" name="Google Shape;1268;p334"/>
          <p:cNvGraphicFramePr/>
          <p:nvPr/>
        </p:nvGraphicFramePr>
        <p:xfrm>
          <a:off x="9368190" y="3771899"/>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269" name="Google Shape;1269;p334"/>
          <p:cNvSpPr/>
          <p:nvPr/>
        </p:nvSpPr>
        <p:spPr>
          <a:xfrm>
            <a:off x="740520" y="4237891"/>
            <a:ext cx="7656134" cy="1872757"/>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|Matrix| = 2(2 x 2 – 2 x 1) – 2(1 x 2 – 2 x 1) – 3(1 x 1 – 2 x 1)</a:t>
            </a:r>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 </a:t>
            </a:r>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 2(2) – 2(0) – 3(-1)</a:t>
            </a:r>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 4 – 0 – (-3)</a:t>
            </a:r>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 4 + 3 = 7 </a:t>
            </a:r>
            <a:endParaRPr sz="2000" b="1" i="0" u="none" strike="noStrike" cap="none">
              <a:solidFill>
                <a:srgbClr val="000000"/>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74"/>
        <p:cNvGrpSpPr/>
        <p:nvPr/>
      </p:nvGrpSpPr>
      <p:grpSpPr>
        <a:xfrm>
          <a:off x="0" y="0"/>
          <a:ext cx="0" cy="0"/>
          <a:chOff x="0" y="0"/>
          <a:chExt cx="0" cy="0"/>
        </a:xfrm>
      </p:grpSpPr>
      <p:sp>
        <p:nvSpPr>
          <p:cNvPr id="1275" name="Google Shape;1275;p335"/>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 – Adjoint of a Matrix</a:t>
            </a:r>
            <a:endParaRPr/>
          </a:p>
        </p:txBody>
      </p:sp>
      <p:grpSp>
        <p:nvGrpSpPr>
          <p:cNvPr id="1276" name="Google Shape;1276;p335"/>
          <p:cNvGrpSpPr/>
          <p:nvPr/>
        </p:nvGrpSpPr>
        <p:grpSpPr>
          <a:xfrm>
            <a:off x="1690089" y="1433141"/>
            <a:ext cx="2611315" cy="2593731"/>
            <a:chOff x="4423877" y="3182812"/>
            <a:chExt cx="2611315" cy="2593731"/>
          </a:xfrm>
        </p:grpSpPr>
        <p:sp>
          <p:nvSpPr>
            <p:cNvPr id="1277" name="Google Shape;1277;p335"/>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78" name="Google Shape;1278;p335"/>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279" name="Google Shape;1279;p335"/>
          <p:cNvGraphicFramePr/>
          <p:nvPr/>
        </p:nvGraphicFramePr>
        <p:xfrm>
          <a:off x="2027871"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280" name="Google Shape;1280;p335"/>
          <p:cNvSpPr/>
          <p:nvPr/>
        </p:nvSpPr>
        <p:spPr>
          <a:xfrm>
            <a:off x="7508632" y="1557766"/>
            <a:ext cx="3859822" cy="366486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To find the adjoint of a given matrix, we have to find the transpose of the cofactors of the elements in the given matrix. It is also known as adjugate of a matrix.</a:t>
            </a:r>
            <a:endParaRPr sz="2000" b="1" i="0" u="none" strike="noStrike" cap="none">
              <a:solidFill>
                <a:srgbClr val="000000"/>
              </a:solidFill>
              <a:latin typeface="Calibri"/>
              <a:ea typeface="Calibri"/>
              <a:cs typeface="Calibri"/>
              <a:sym typeface="Calibri"/>
            </a:endParaRPr>
          </a:p>
        </p:txBody>
      </p:sp>
      <p:sp>
        <p:nvSpPr>
          <p:cNvPr id="1281" name="Google Shape;1281;p335"/>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286"/>
        <p:cNvGrpSpPr/>
        <p:nvPr/>
      </p:nvGrpSpPr>
      <p:grpSpPr>
        <a:xfrm>
          <a:off x="0" y="0"/>
          <a:ext cx="0" cy="0"/>
          <a:chOff x="0" y="0"/>
          <a:chExt cx="0" cy="0"/>
        </a:xfrm>
      </p:grpSpPr>
      <p:sp>
        <p:nvSpPr>
          <p:cNvPr id="1287" name="Google Shape;1287;p336"/>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 – Adjoint of a Matrix</a:t>
            </a:r>
            <a:endParaRPr/>
          </a:p>
        </p:txBody>
      </p:sp>
      <p:grpSp>
        <p:nvGrpSpPr>
          <p:cNvPr id="1288" name="Google Shape;1288;p336"/>
          <p:cNvGrpSpPr/>
          <p:nvPr/>
        </p:nvGrpSpPr>
        <p:grpSpPr>
          <a:xfrm>
            <a:off x="1690089" y="1433141"/>
            <a:ext cx="2611315" cy="2593731"/>
            <a:chOff x="4423877" y="3182812"/>
            <a:chExt cx="2611315" cy="2593731"/>
          </a:xfrm>
        </p:grpSpPr>
        <p:sp>
          <p:nvSpPr>
            <p:cNvPr id="1289" name="Google Shape;1289;p336"/>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90" name="Google Shape;1290;p336"/>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291" name="Google Shape;1291;p336"/>
          <p:cNvGraphicFramePr/>
          <p:nvPr/>
        </p:nvGraphicFramePr>
        <p:xfrm>
          <a:off x="2027871"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292" name="Google Shape;1292;p336"/>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nvGrpSpPr>
          <p:cNvPr id="1293" name="Google Shape;1293;p336"/>
          <p:cNvGrpSpPr/>
          <p:nvPr/>
        </p:nvGrpSpPr>
        <p:grpSpPr>
          <a:xfrm>
            <a:off x="7563350" y="1529857"/>
            <a:ext cx="2611315" cy="2593731"/>
            <a:chOff x="4423877" y="3182812"/>
            <a:chExt cx="2611315" cy="2593731"/>
          </a:xfrm>
        </p:grpSpPr>
        <p:sp>
          <p:nvSpPr>
            <p:cNvPr id="1294" name="Google Shape;1294;p336"/>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95" name="Google Shape;1295;p336"/>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296" name="Google Shape;1296;p336"/>
          <p:cNvGraphicFramePr/>
          <p:nvPr/>
        </p:nvGraphicFramePr>
        <p:xfrm>
          <a:off x="7901132" y="1784838"/>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m11</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m12</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m13</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m21</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m22</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m23</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m31</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m32 </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m33</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297" name="Google Shape;1297;p336"/>
          <p:cNvSpPr/>
          <p:nvPr/>
        </p:nvSpPr>
        <p:spPr>
          <a:xfrm>
            <a:off x="1099038" y="4519247"/>
            <a:ext cx="10269416" cy="1538654"/>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The minor (m11, m12,… mij) are the determinants of the square matrix that is formed after eliminating the i</a:t>
            </a:r>
            <a:r>
              <a:rPr lang="en-US" sz="2000" b="0" i="0" u="none" strike="noStrike" cap="none" baseline="30000">
                <a:solidFill>
                  <a:srgbClr val="000000"/>
                </a:solidFill>
                <a:latin typeface="Calibri"/>
                <a:ea typeface="Calibri"/>
                <a:cs typeface="Calibri"/>
                <a:sym typeface="Calibri"/>
              </a:rPr>
              <a:t>th</a:t>
            </a:r>
            <a:r>
              <a:rPr lang="en-US" sz="2000" b="0" i="0" u="none" strike="noStrike" cap="none">
                <a:solidFill>
                  <a:srgbClr val="000000"/>
                </a:solidFill>
                <a:latin typeface="Calibri"/>
                <a:ea typeface="Calibri"/>
                <a:cs typeface="Calibri"/>
                <a:sym typeface="Calibri"/>
              </a:rPr>
              <a:t> row and j</a:t>
            </a:r>
            <a:r>
              <a:rPr lang="en-US" sz="2000" b="0" i="0" u="none" strike="noStrike" cap="none" baseline="30000">
                <a:solidFill>
                  <a:srgbClr val="000000"/>
                </a:solidFill>
                <a:latin typeface="Calibri"/>
                <a:ea typeface="Calibri"/>
                <a:cs typeface="Calibri"/>
                <a:sym typeface="Calibri"/>
              </a:rPr>
              <a:t>th</a:t>
            </a:r>
            <a:r>
              <a:rPr lang="en-US" sz="2000" b="0" i="0" u="none" strike="noStrike" cap="none">
                <a:solidFill>
                  <a:srgbClr val="000000"/>
                </a:solidFill>
                <a:latin typeface="Calibri"/>
                <a:ea typeface="Calibri"/>
                <a:cs typeface="Calibri"/>
                <a:sym typeface="Calibri"/>
              </a:rPr>
              <a:t> column of the matrix. We use the minors to calculate the cofactors of the given matrix.</a:t>
            </a:r>
            <a:endParaRPr sz="2000" b="1" i="0" u="none" strike="noStrike" cap="none">
              <a:solidFill>
                <a:srgbClr val="000000"/>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02"/>
        <p:cNvGrpSpPr/>
        <p:nvPr/>
      </p:nvGrpSpPr>
      <p:grpSpPr>
        <a:xfrm>
          <a:off x="0" y="0"/>
          <a:ext cx="0" cy="0"/>
          <a:chOff x="0" y="0"/>
          <a:chExt cx="0" cy="0"/>
        </a:xfrm>
      </p:grpSpPr>
      <p:sp>
        <p:nvSpPr>
          <p:cNvPr id="1303" name="Google Shape;1303;p337"/>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 – Adjoint of a Matrix</a:t>
            </a:r>
            <a:endParaRPr/>
          </a:p>
        </p:txBody>
      </p:sp>
      <p:grpSp>
        <p:nvGrpSpPr>
          <p:cNvPr id="1304" name="Google Shape;1304;p337"/>
          <p:cNvGrpSpPr/>
          <p:nvPr/>
        </p:nvGrpSpPr>
        <p:grpSpPr>
          <a:xfrm>
            <a:off x="1690089" y="1433141"/>
            <a:ext cx="2611315" cy="2593731"/>
            <a:chOff x="4423877" y="3182812"/>
            <a:chExt cx="2611315" cy="2593731"/>
          </a:xfrm>
        </p:grpSpPr>
        <p:sp>
          <p:nvSpPr>
            <p:cNvPr id="1305" name="Google Shape;1305;p337"/>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06" name="Google Shape;1306;p337"/>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307" name="Google Shape;1307;p337"/>
          <p:cNvGraphicFramePr/>
          <p:nvPr/>
        </p:nvGraphicFramePr>
        <p:xfrm>
          <a:off x="2027871"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9</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8</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308" name="Google Shape;1308;p337"/>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nvGrpSpPr>
          <p:cNvPr id="1309" name="Google Shape;1309;p337"/>
          <p:cNvGrpSpPr/>
          <p:nvPr/>
        </p:nvGrpSpPr>
        <p:grpSpPr>
          <a:xfrm>
            <a:off x="7563350" y="1529857"/>
            <a:ext cx="2611315" cy="2593731"/>
            <a:chOff x="4423877" y="3182812"/>
            <a:chExt cx="2611315" cy="2593731"/>
          </a:xfrm>
        </p:grpSpPr>
        <p:sp>
          <p:nvSpPr>
            <p:cNvPr id="1310" name="Google Shape;1310;p337"/>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11" name="Google Shape;1311;p337"/>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312" name="Google Shape;1312;p337"/>
          <p:cNvGraphicFramePr/>
          <p:nvPr/>
        </p:nvGraphicFramePr>
        <p:xfrm>
          <a:off x="7901132" y="1784838"/>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m11</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m12</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m13</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m21</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m22</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m23</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m31</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m32 </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m33</a:t>
                      </a:r>
                      <a:endParaRPr sz="18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313" name="Google Shape;1313;p337"/>
          <p:cNvSpPr/>
          <p:nvPr/>
        </p:nvSpPr>
        <p:spPr>
          <a:xfrm>
            <a:off x="1099038" y="4519247"/>
            <a:ext cx="10269416" cy="1538654"/>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Calibri"/>
                <a:ea typeface="Calibri"/>
                <a:cs typeface="Calibri"/>
                <a:sym typeface="Calibri"/>
              </a:rPr>
              <a:t>Formulae to find the cofactors = </a:t>
            </a:r>
            <a:r>
              <a:rPr lang="en-US" sz="2000" b="0" i="0" u="none" strike="noStrike" cap="none" dirty="0" err="1">
                <a:solidFill>
                  <a:srgbClr val="000000"/>
                </a:solidFill>
                <a:latin typeface="Calibri"/>
                <a:ea typeface="Calibri"/>
                <a:cs typeface="Calibri"/>
                <a:sym typeface="Calibri"/>
              </a:rPr>
              <a:t>Cij</a:t>
            </a:r>
            <a:r>
              <a:rPr lang="en-US" sz="2000" b="0" i="0" u="none" strike="noStrike" cap="none" dirty="0">
                <a:solidFill>
                  <a:srgbClr val="000000"/>
                </a:solidFill>
                <a:latin typeface="Calibri"/>
                <a:ea typeface="Calibri"/>
                <a:cs typeface="Calibri"/>
                <a:sym typeface="Calibri"/>
              </a:rPr>
              <a:t> = (-1)</a:t>
            </a:r>
            <a:r>
              <a:rPr lang="en-US" sz="2000" b="0" i="0" u="none" strike="noStrike" cap="none" baseline="30000" dirty="0" err="1">
                <a:solidFill>
                  <a:srgbClr val="000000"/>
                </a:solidFill>
                <a:latin typeface="Calibri"/>
                <a:ea typeface="Calibri"/>
                <a:cs typeface="Calibri"/>
                <a:sym typeface="Calibri"/>
              </a:rPr>
              <a:t>i+j</a:t>
            </a:r>
            <a:r>
              <a:rPr lang="en-US" sz="2000" b="0" i="0" u="none" strike="noStrike" cap="none" dirty="0" err="1">
                <a:solidFill>
                  <a:srgbClr val="000000"/>
                </a:solidFill>
                <a:latin typeface="Calibri"/>
                <a:ea typeface="Calibri"/>
                <a:cs typeface="Calibri"/>
                <a:sym typeface="Calibri"/>
              </a:rPr>
              <a:t>|mij</a:t>
            </a:r>
            <a:r>
              <a:rPr lang="en-US" sz="2000" b="0" i="0" u="none" strike="noStrike" cap="none" dirty="0">
                <a:solidFill>
                  <a:srgbClr val="000000"/>
                </a:solidFill>
                <a:latin typeface="Calibri"/>
                <a:ea typeface="Calibri"/>
                <a:cs typeface="Calibri"/>
                <a:sym typeface="Calibri"/>
              </a:rPr>
              <a:t>|</a:t>
            </a:r>
            <a:endParaRPr dirty="0"/>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Calibri"/>
                <a:ea typeface="Calibri"/>
                <a:cs typeface="Calibri"/>
                <a:sym typeface="Calibri"/>
              </a:rPr>
              <a:t>We will use the above formulae to calculate the cofactors of the given matrix. </a:t>
            </a:r>
            <a:endParaRPr sz="2000" b="1" i="0" u="none" strike="noStrike" cap="none" dirty="0">
              <a:solidFill>
                <a:srgbClr val="000000"/>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318"/>
        <p:cNvGrpSpPr/>
        <p:nvPr/>
      </p:nvGrpSpPr>
      <p:grpSpPr>
        <a:xfrm>
          <a:off x="0" y="0"/>
          <a:ext cx="0" cy="0"/>
          <a:chOff x="0" y="0"/>
          <a:chExt cx="0" cy="0"/>
        </a:xfrm>
      </p:grpSpPr>
      <p:sp>
        <p:nvSpPr>
          <p:cNvPr id="1319" name="Google Shape;1319;p338"/>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 – Adjoint of a Matrix</a:t>
            </a:r>
            <a:endParaRPr/>
          </a:p>
        </p:txBody>
      </p:sp>
      <p:sp>
        <p:nvSpPr>
          <p:cNvPr id="1320" name="Google Shape;1320;p338"/>
          <p:cNvSpPr/>
          <p:nvPr/>
        </p:nvSpPr>
        <p:spPr>
          <a:xfrm>
            <a:off x="554897" y="1631068"/>
            <a:ext cx="5108331"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m11 = 48 – 21 = 27</a:t>
            </a:r>
            <a:endParaRPr sz="2000" b="1" i="0" u="none" strike="noStrike" cap="none">
              <a:solidFill>
                <a:schemeClr val="dk1"/>
              </a:solidFill>
              <a:latin typeface="Arial"/>
              <a:ea typeface="Arial"/>
              <a:cs typeface="Arial"/>
              <a:sym typeface="Arial"/>
            </a:endParaRPr>
          </a:p>
        </p:txBody>
      </p:sp>
      <p:sp>
        <p:nvSpPr>
          <p:cNvPr id="1321" name="Google Shape;1321;p338"/>
          <p:cNvSpPr/>
          <p:nvPr/>
        </p:nvSpPr>
        <p:spPr>
          <a:xfrm>
            <a:off x="554897" y="2378414"/>
            <a:ext cx="5108331"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m12 = 32 – 7 = 25</a:t>
            </a:r>
            <a:endParaRPr sz="2000" b="1" i="0" u="none" strike="noStrike" cap="none">
              <a:solidFill>
                <a:schemeClr val="dk1"/>
              </a:solidFill>
              <a:latin typeface="Arial"/>
              <a:ea typeface="Arial"/>
              <a:cs typeface="Arial"/>
              <a:sym typeface="Arial"/>
            </a:endParaRPr>
          </a:p>
        </p:txBody>
      </p:sp>
      <p:sp>
        <p:nvSpPr>
          <p:cNvPr id="1322" name="Google Shape;1322;p338"/>
          <p:cNvSpPr/>
          <p:nvPr/>
        </p:nvSpPr>
        <p:spPr>
          <a:xfrm>
            <a:off x="6269897" y="1631067"/>
            <a:ext cx="5108331"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m22 = 40 – 9 = 31</a:t>
            </a:r>
            <a:endParaRPr sz="2000" b="1" i="0" u="none" strike="noStrike" cap="none">
              <a:solidFill>
                <a:schemeClr val="dk1"/>
              </a:solidFill>
              <a:latin typeface="Arial"/>
              <a:ea typeface="Arial"/>
              <a:cs typeface="Arial"/>
              <a:sym typeface="Arial"/>
            </a:endParaRPr>
          </a:p>
        </p:txBody>
      </p:sp>
      <p:sp>
        <p:nvSpPr>
          <p:cNvPr id="1323" name="Google Shape;1323;p338"/>
          <p:cNvSpPr/>
          <p:nvPr/>
        </p:nvSpPr>
        <p:spPr>
          <a:xfrm>
            <a:off x="6269897" y="2378413"/>
            <a:ext cx="5108331"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m23 = 15 -2 = 13</a:t>
            </a:r>
            <a:endParaRPr sz="2000" b="1" i="0" u="none" strike="noStrike" cap="none">
              <a:solidFill>
                <a:schemeClr val="dk1"/>
              </a:solidFill>
              <a:latin typeface="Arial"/>
              <a:ea typeface="Arial"/>
              <a:cs typeface="Arial"/>
              <a:sym typeface="Arial"/>
            </a:endParaRPr>
          </a:p>
        </p:txBody>
      </p:sp>
      <p:sp>
        <p:nvSpPr>
          <p:cNvPr id="1324" name="Google Shape;1324;p338"/>
          <p:cNvSpPr/>
          <p:nvPr/>
        </p:nvSpPr>
        <p:spPr>
          <a:xfrm>
            <a:off x="554897" y="3187307"/>
            <a:ext cx="5108331"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m13 = 12 – 6 = 6</a:t>
            </a:r>
            <a:endParaRPr sz="2000" b="1" i="0" u="none" strike="noStrike" cap="none">
              <a:solidFill>
                <a:schemeClr val="dk1"/>
              </a:solidFill>
              <a:latin typeface="Arial"/>
              <a:ea typeface="Arial"/>
              <a:cs typeface="Arial"/>
              <a:sym typeface="Arial"/>
            </a:endParaRPr>
          </a:p>
        </p:txBody>
      </p:sp>
      <p:sp>
        <p:nvSpPr>
          <p:cNvPr id="1325" name="Google Shape;1325;p338"/>
          <p:cNvSpPr/>
          <p:nvPr/>
        </p:nvSpPr>
        <p:spPr>
          <a:xfrm>
            <a:off x="554897" y="3934653"/>
            <a:ext cx="5108331"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m21 = 16 – 27 = -11</a:t>
            </a:r>
            <a:endParaRPr sz="2000" b="1" i="0" u="none" strike="noStrike" cap="none">
              <a:solidFill>
                <a:schemeClr val="dk1"/>
              </a:solidFill>
              <a:latin typeface="Arial"/>
              <a:ea typeface="Arial"/>
              <a:cs typeface="Arial"/>
              <a:sym typeface="Arial"/>
            </a:endParaRPr>
          </a:p>
        </p:txBody>
      </p:sp>
      <p:sp>
        <p:nvSpPr>
          <p:cNvPr id="1326" name="Google Shape;1326;p338"/>
          <p:cNvSpPr/>
          <p:nvPr/>
        </p:nvSpPr>
        <p:spPr>
          <a:xfrm>
            <a:off x="6269897" y="3187306"/>
            <a:ext cx="5108331"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m31 = 14 – 54 = -40 </a:t>
            </a:r>
            <a:endParaRPr sz="2000" b="1" i="0" u="none" strike="noStrike" cap="none">
              <a:solidFill>
                <a:schemeClr val="dk1"/>
              </a:solidFill>
              <a:latin typeface="Arial"/>
              <a:ea typeface="Arial"/>
              <a:cs typeface="Arial"/>
              <a:sym typeface="Arial"/>
            </a:endParaRPr>
          </a:p>
        </p:txBody>
      </p:sp>
      <p:sp>
        <p:nvSpPr>
          <p:cNvPr id="1327" name="Google Shape;1327;p338"/>
          <p:cNvSpPr/>
          <p:nvPr/>
        </p:nvSpPr>
        <p:spPr>
          <a:xfrm>
            <a:off x="6269897" y="3934652"/>
            <a:ext cx="5108331"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m32 = 35 – 36 = -1</a:t>
            </a:r>
            <a:endParaRPr sz="2000" b="1" i="0" u="none" strike="noStrike" cap="none">
              <a:solidFill>
                <a:schemeClr val="dk1"/>
              </a:solidFill>
              <a:latin typeface="Arial"/>
              <a:ea typeface="Arial"/>
              <a:cs typeface="Arial"/>
              <a:sym typeface="Arial"/>
            </a:endParaRPr>
          </a:p>
        </p:txBody>
      </p:sp>
      <p:sp>
        <p:nvSpPr>
          <p:cNvPr id="1328" name="Google Shape;1328;p338"/>
          <p:cNvSpPr/>
          <p:nvPr/>
        </p:nvSpPr>
        <p:spPr>
          <a:xfrm>
            <a:off x="3447566" y="4840260"/>
            <a:ext cx="5108331" cy="562707"/>
          </a:xfrm>
          <a:prstGeom prst="flowChartAlternateProcess">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chemeClr val="dk1"/>
                </a:solidFill>
                <a:latin typeface="Arial"/>
                <a:ea typeface="Arial"/>
                <a:cs typeface="Arial"/>
                <a:sym typeface="Arial"/>
              </a:rPr>
              <a:t>m33 = 30 – 8 = 22</a:t>
            </a:r>
            <a:endParaRPr sz="2000" b="1"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20"/>
                                        </p:tgtEl>
                                        <p:attrNameLst>
                                          <p:attrName>style.visibility</p:attrName>
                                        </p:attrNameLst>
                                      </p:cBhvr>
                                      <p:to>
                                        <p:strVal val="visible"/>
                                      </p:to>
                                    </p:set>
                                    <p:animEffect transition="in" filter="fade">
                                      <p:cBhvr>
                                        <p:cTn id="7" dur="500"/>
                                        <p:tgtEl>
                                          <p:spTgt spid="13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21"/>
                                        </p:tgtEl>
                                        <p:attrNameLst>
                                          <p:attrName>style.visibility</p:attrName>
                                        </p:attrNameLst>
                                      </p:cBhvr>
                                      <p:to>
                                        <p:strVal val="visible"/>
                                      </p:to>
                                    </p:set>
                                    <p:animEffect transition="in" filter="fade">
                                      <p:cBhvr>
                                        <p:cTn id="12" dur="500"/>
                                        <p:tgtEl>
                                          <p:spTgt spid="13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22"/>
                                        </p:tgtEl>
                                        <p:attrNameLst>
                                          <p:attrName>style.visibility</p:attrName>
                                        </p:attrNameLst>
                                      </p:cBhvr>
                                      <p:to>
                                        <p:strVal val="visible"/>
                                      </p:to>
                                    </p:set>
                                    <p:animEffect transition="in" filter="fade">
                                      <p:cBhvr>
                                        <p:cTn id="17" dur="500"/>
                                        <p:tgtEl>
                                          <p:spTgt spid="13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23"/>
                                        </p:tgtEl>
                                        <p:attrNameLst>
                                          <p:attrName>style.visibility</p:attrName>
                                        </p:attrNameLst>
                                      </p:cBhvr>
                                      <p:to>
                                        <p:strVal val="visible"/>
                                      </p:to>
                                    </p:set>
                                    <p:animEffect transition="in" filter="fade">
                                      <p:cBhvr>
                                        <p:cTn id="22" dur="500"/>
                                        <p:tgtEl>
                                          <p:spTgt spid="13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24"/>
                                        </p:tgtEl>
                                        <p:attrNameLst>
                                          <p:attrName>style.visibility</p:attrName>
                                        </p:attrNameLst>
                                      </p:cBhvr>
                                      <p:to>
                                        <p:strVal val="visible"/>
                                      </p:to>
                                    </p:set>
                                    <p:animEffect transition="in" filter="fade">
                                      <p:cBhvr>
                                        <p:cTn id="27" dur="500"/>
                                        <p:tgtEl>
                                          <p:spTgt spid="13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25"/>
                                        </p:tgtEl>
                                        <p:attrNameLst>
                                          <p:attrName>style.visibility</p:attrName>
                                        </p:attrNameLst>
                                      </p:cBhvr>
                                      <p:to>
                                        <p:strVal val="visible"/>
                                      </p:to>
                                    </p:set>
                                    <p:animEffect transition="in" filter="fade">
                                      <p:cBhvr>
                                        <p:cTn id="32" dur="500"/>
                                        <p:tgtEl>
                                          <p:spTgt spid="13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26"/>
                                        </p:tgtEl>
                                        <p:attrNameLst>
                                          <p:attrName>style.visibility</p:attrName>
                                        </p:attrNameLst>
                                      </p:cBhvr>
                                      <p:to>
                                        <p:strVal val="visible"/>
                                      </p:to>
                                    </p:set>
                                    <p:animEffect transition="in" filter="fade">
                                      <p:cBhvr>
                                        <p:cTn id="37" dur="500"/>
                                        <p:tgtEl>
                                          <p:spTgt spid="132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27"/>
                                        </p:tgtEl>
                                        <p:attrNameLst>
                                          <p:attrName>style.visibility</p:attrName>
                                        </p:attrNameLst>
                                      </p:cBhvr>
                                      <p:to>
                                        <p:strVal val="visible"/>
                                      </p:to>
                                    </p:set>
                                    <p:animEffect transition="in" filter="fade">
                                      <p:cBhvr>
                                        <p:cTn id="42" dur="500"/>
                                        <p:tgtEl>
                                          <p:spTgt spid="132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28"/>
                                        </p:tgtEl>
                                        <p:attrNameLst>
                                          <p:attrName>style.visibility</p:attrName>
                                        </p:attrNameLst>
                                      </p:cBhvr>
                                      <p:to>
                                        <p:strVal val="visible"/>
                                      </p:to>
                                    </p:set>
                                    <p:animEffect transition="in" filter="fade">
                                      <p:cBhvr>
                                        <p:cTn id="47" dur="500"/>
                                        <p:tgtEl>
                                          <p:spTgt spid="1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33"/>
        <p:cNvGrpSpPr/>
        <p:nvPr/>
      </p:nvGrpSpPr>
      <p:grpSpPr>
        <a:xfrm>
          <a:off x="0" y="0"/>
          <a:ext cx="0" cy="0"/>
          <a:chOff x="0" y="0"/>
          <a:chExt cx="0" cy="0"/>
        </a:xfrm>
      </p:grpSpPr>
      <p:sp>
        <p:nvSpPr>
          <p:cNvPr id="1334" name="Google Shape;1334;p339"/>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 – Adjoint of a Matrix</a:t>
            </a:r>
            <a:endParaRPr/>
          </a:p>
        </p:txBody>
      </p:sp>
      <p:grpSp>
        <p:nvGrpSpPr>
          <p:cNvPr id="1335" name="Google Shape;1335;p339"/>
          <p:cNvGrpSpPr/>
          <p:nvPr/>
        </p:nvGrpSpPr>
        <p:grpSpPr>
          <a:xfrm>
            <a:off x="7616105" y="1499078"/>
            <a:ext cx="3752349" cy="2593731"/>
            <a:chOff x="4423877" y="3182812"/>
            <a:chExt cx="2611315" cy="2593731"/>
          </a:xfrm>
        </p:grpSpPr>
        <p:sp>
          <p:nvSpPr>
            <p:cNvPr id="1336" name="Google Shape;1336;p339"/>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37" name="Google Shape;1337;p339"/>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338" name="Google Shape;1338;p339"/>
          <p:cNvGraphicFramePr/>
          <p:nvPr/>
        </p:nvGraphicFramePr>
        <p:xfrm>
          <a:off x="7953887" y="1754059"/>
          <a:ext cx="3136650" cy="2057400"/>
        </p:xfrm>
        <a:graphic>
          <a:graphicData uri="http://schemas.openxmlformats.org/drawingml/2006/table">
            <a:tbl>
              <a:tblPr firstRow="1" bandRow="1">
                <a:noFill/>
                <a:tableStyleId>{E5F09473-F245-49D5-B950-E14C9893E584}</a:tableStyleId>
              </a:tblPr>
              <a:tblGrid>
                <a:gridCol w="1045550">
                  <a:extLst>
                    <a:ext uri="{9D8B030D-6E8A-4147-A177-3AD203B41FA5}">
                      <a16:colId xmlns:a16="http://schemas.microsoft.com/office/drawing/2014/main" val="20000"/>
                    </a:ext>
                  </a:extLst>
                </a:gridCol>
                <a:gridCol w="1045550">
                  <a:extLst>
                    <a:ext uri="{9D8B030D-6E8A-4147-A177-3AD203B41FA5}">
                      <a16:colId xmlns:a16="http://schemas.microsoft.com/office/drawing/2014/main" val="20001"/>
                    </a:ext>
                  </a:extLst>
                </a:gridCol>
                <a:gridCol w="1045550">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-13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339" name="Google Shape;1339;p339"/>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nvGrpSpPr>
          <p:cNvPr id="1340" name="Google Shape;1340;p339"/>
          <p:cNvGrpSpPr/>
          <p:nvPr/>
        </p:nvGrpSpPr>
        <p:grpSpPr>
          <a:xfrm>
            <a:off x="518746" y="1499078"/>
            <a:ext cx="3474927" cy="2593731"/>
            <a:chOff x="4423877" y="3182812"/>
            <a:chExt cx="2611315" cy="2593731"/>
          </a:xfrm>
        </p:grpSpPr>
        <p:sp>
          <p:nvSpPr>
            <p:cNvPr id="1341" name="Google Shape;1341;p339"/>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42" name="Google Shape;1342;p339"/>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343" name="Google Shape;1343;p339"/>
          <p:cNvGraphicFramePr/>
          <p:nvPr/>
        </p:nvGraphicFramePr>
        <p:xfrm>
          <a:off x="967155" y="1754059"/>
          <a:ext cx="2748825" cy="2057400"/>
        </p:xfrm>
        <a:graphic>
          <a:graphicData uri="http://schemas.openxmlformats.org/drawingml/2006/table">
            <a:tbl>
              <a:tblPr firstRow="1" bandRow="1">
                <a:noFill/>
                <a:tableStyleId>{E5F09473-F245-49D5-B950-E14C9893E584}</a:tableStyleId>
              </a:tblPr>
              <a:tblGrid>
                <a:gridCol w="916275">
                  <a:extLst>
                    <a:ext uri="{9D8B030D-6E8A-4147-A177-3AD203B41FA5}">
                      <a16:colId xmlns:a16="http://schemas.microsoft.com/office/drawing/2014/main" val="20000"/>
                    </a:ext>
                  </a:extLst>
                </a:gridCol>
                <a:gridCol w="916275">
                  <a:extLst>
                    <a:ext uri="{9D8B030D-6E8A-4147-A177-3AD203B41FA5}">
                      <a16:colId xmlns:a16="http://schemas.microsoft.com/office/drawing/2014/main" val="20001"/>
                    </a:ext>
                  </a:extLst>
                </a:gridCol>
                <a:gridCol w="916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27</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-25</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6</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31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-13</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344" name="Google Shape;1344;p339"/>
          <p:cNvSpPr/>
          <p:nvPr/>
        </p:nvSpPr>
        <p:spPr>
          <a:xfrm>
            <a:off x="1099038" y="4519247"/>
            <a:ext cx="10269416" cy="1538654"/>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Let’s take a look at the formulae to find the inverse of the matrix.</a:t>
            </a:r>
            <a:endParaRPr sz="2000" b="1" i="0" u="none" strike="noStrike" cap="none">
              <a:solidFill>
                <a:srgbClr val="000000"/>
              </a:solidFill>
              <a:latin typeface="Calibri"/>
              <a:ea typeface="Calibri"/>
              <a:cs typeface="Calibri"/>
              <a:sym typeface="Calibri"/>
            </a:endParaRPr>
          </a:p>
        </p:txBody>
      </p:sp>
      <p:sp>
        <p:nvSpPr>
          <p:cNvPr id="1345" name="Google Shape;1345;p339"/>
          <p:cNvSpPr txBox="1"/>
          <p:nvPr/>
        </p:nvSpPr>
        <p:spPr>
          <a:xfrm>
            <a:off x="3981109" y="1206690"/>
            <a:ext cx="63304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T</a:t>
            </a:r>
            <a:endParaRPr sz="3200" b="1"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50"/>
        <p:cNvGrpSpPr/>
        <p:nvPr/>
      </p:nvGrpSpPr>
      <p:grpSpPr>
        <a:xfrm>
          <a:off x="0" y="0"/>
          <a:ext cx="0" cy="0"/>
          <a:chOff x="0" y="0"/>
          <a:chExt cx="0" cy="0"/>
        </a:xfrm>
      </p:grpSpPr>
      <p:sp>
        <p:nvSpPr>
          <p:cNvPr id="1351" name="Google Shape;1351;p340"/>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 – Formulae</a:t>
            </a:r>
            <a:endParaRPr/>
          </a:p>
        </p:txBody>
      </p:sp>
      <p:grpSp>
        <p:nvGrpSpPr>
          <p:cNvPr id="1352" name="Google Shape;1352;p340"/>
          <p:cNvGrpSpPr/>
          <p:nvPr/>
        </p:nvGrpSpPr>
        <p:grpSpPr>
          <a:xfrm>
            <a:off x="1690089" y="1782672"/>
            <a:ext cx="2611315" cy="2110159"/>
            <a:chOff x="4423877" y="3182812"/>
            <a:chExt cx="2611315" cy="2593731"/>
          </a:xfrm>
        </p:grpSpPr>
        <p:sp>
          <p:nvSpPr>
            <p:cNvPr id="1353" name="Google Shape;1353;p340"/>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54" name="Google Shape;1354;p340"/>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355" name="Google Shape;1355;p340"/>
          <p:cNvSpPr/>
          <p:nvPr/>
        </p:nvSpPr>
        <p:spPr>
          <a:xfrm>
            <a:off x="7508632" y="1490284"/>
            <a:ext cx="4369776" cy="2776842"/>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The formulae to calculate the inverse of a matrix is as follows:</a:t>
            </a:r>
            <a:endParaRPr sz="2000" b="1" i="0" u="none" strike="noStrike" cap="none" baseline="3000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A</a:t>
            </a:r>
            <a:r>
              <a:rPr lang="en-US" sz="2000" b="1" i="0" u="none" strike="noStrike" cap="none" baseline="30000">
                <a:solidFill>
                  <a:srgbClr val="000000"/>
                </a:solidFill>
                <a:latin typeface="Calibri"/>
                <a:ea typeface="Calibri"/>
                <a:cs typeface="Calibri"/>
                <a:sym typeface="Calibri"/>
              </a:rPr>
              <a:t>-1</a:t>
            </a:r>
            <a:r>
              <a:rPr lang="en-US" sz="2000" b="1" i="0" u="none" strike="noStrike" cap="none">
                <a:solidFill>
                  <a:srgbClr val="000000"/>
                </a:solidFill>
                <a:latin typeface="Calibri"/>
                <a:ea typeface="Calibri"/>
                <a:cs typeface="Calibri"/>
                <a:sym typeface="Calibri"/>
              </a:rPr>
              <a:t> =  1/|A|. Adj A</a:t>
            </a:r>
            <a:endParaRPr sz="2000" b="0" i="0" u="none" strike="noStrike" cap="none">
              <a:solidFill>
                <a:srgbClr val="000000"/>
              </a:solidFill>
              <a:latin typeface="Calibri"/>
              <a:ea typeface="Calibri"/>
              <a:cs typeface="Calibri"/>
              <a:sym typeface="Calibri"/>
            </a:endParaRPr>
          </a:p>
        </p:txBody>
      </p:sp>
      <p:sp>
        <p:nvSpPr>
          <p:cNvPr id="1356" name="Google Shape;1356;p340"/>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57" name="Google Shape;1357;p340"/>
          <p:cNvSpPr txBox="1"/>
          <p:nvPr/>
        </p:nvSpPr>
        <p:spPr>
          <a:xfrm>
            <a:off x="4301404" y="1490284"/>
            <a:ext cx="63304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-1</a:t>
            </a:r>
            <a:endParaRPr sz="3200" b="1" i="0" u="none" strike="noStrike" cap="none">
              <a:solidFill>
                <a:srgbClr val="000000"/>
              </a:solidFill>
              <a:latin typeface="Arial"/>
              <a:ea typeface="Arial"/>
              <a:cs typeface="Arial"/>
              <a:sym typeface="Arial"/>
            </a:endParaRPr>
          </a:p>
        </p:txBody>
      </p:sp>
      <p:graphicFrame>
        <p:nvGraphicFramePr>
          <p:cNvPr id="1358" name="Google Shape;1358;p340"/>
          <p:cNvGraphicFramePr/>
          <p:nvPr/>
        </p:nvGraphicFramePr>
        <p:xfrm>
          <a:off x="1946041" y="1944680"/>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4</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3</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63"/>
        <p:cNvGrpSpPr/>
        <p:nvPr/>
      </p:nvGrpSpPr>
      <p:grpSpPr>
        <a:xfrm>
          <a:off x="0" y="0"/>
          <a:ext cx="0" cy="0"/>
          <a:chOff x="0" y="0"/>
          <a:chExt cx="0" cy="0"/>
        </a:xfrm>
      </p:grpSpPr>
      <p:sp>
        <p:nvSpPr>
          <p:cNvPr id="1364" name="Google Shape;1364;p341"/>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 – Formulae</a:t>
            </a:r>
            <a:endParaRPr/>
          </a:p>
        </p:txBody>
      </p:sp>
      <p:sp>
        <p:nvSpPr>
          <p:cNvPr id="1365" name="Google Shape;1365;p341"/>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66" name="Google Shape;1366;p341"/>
          <p:cNvSpPr/>
          <p:nvPr/>
        </p:nvSpPr>
        <p:spPr>
          <a:xfrm>
            <a:off x="7508632" y="1490284"/>
            <a:ext cx="4369776" cy="2776842"/>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Now, to calculate the inverse, we will find the determinant and adjoint of the given matrix. </a:t>
            </a:r>
            <a:endParaRPr sz="2000" b="0" i="0" u="none" strike="noStrike" cap="none">
              <a:solidFill>
                <a:srgbClr val="000000"/>
              </a:solidFill>
              <a:latin typeface="Calibri"/>
              <a:ea typeface="Calibri"/>
              <a:cs typeface="Calibri"/>
              <a:sym typeface="Calibri"/>
            </a:endParaRPr>
          </a:p>
        </p:txBody>
      </p:sp>
      <p:grpSp>
        <p:nvGrpSpPr>
          <p:cNvPr id="1367" name="Google Shape;1367;p341"/>
          <p:cNvGrpSpPr/>
          <p:nvPr/>
        </p:nvGrpSpPr>
        <p:grpSpPr>
          <a:xfrm>
            <a:off x="1690089" y="1782672"/>
            <a:ext cx="2611315" cy="2110159"/>
            <a:chOff x="4423877" y="3182812"/>
            <a:chExt cx="2611315" cy="2593731"/>
          </a:xfrm>
        </p:grpSpPr>
        <p:sp>
          <p:nvSpPr>
            <p:cNvPr id="1368" name="Google Shape;1368;p341"/>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69" name="Google Shape;1369;p341"/>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370" name="Google Shape;1370;p341"/>
          <p:cNvSpPr txBox="1"/>
          <p:nvPr/>
        </p:nvSpPr>
        <p:spPr>
          <a:xfrm>
            <a:off x="4301404" y="1490284"/>
            <a:ext cx="63304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-1</a:t>
            </a:r>
            <a:endParaRPr sz="3200" b="1" i="0" u="none" strike="noStrike" cap="none">
              <a:solidFill>
                <a:srgbClr val="000000"/>
              </a:solidFill>
              <a:latin typeface="Arial"/>
              <a:ea typeface="Arial"/>
              <a:cs typeface="Arial"/>
              <a:sym typeface="Arial"/>
            </a:endParaRPr>
          </a:p>
        </p:txBody>
      </p:sp>
      <p:graphicFrame>
        <p:nvGraphicFramePr>
          <p:cNvPr id="1371" name="Google Shape;1371;p341"/>
          <p:cNvGraphicFramePr/>
          <p:nvPr/>
        </p:nvGraphicFramePr>
        <p:xfrm>
          <a:off x="1946041" y="1944680"/>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4</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3</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76"/>
        <p:cNvGrpSpPr/>
        <p:nvPr/>
      </p:nvGrpSpPr>
      <p:grpSpPr>
        <a:xfrm>
          <a:off x="0" y="0"/>
          <a:ext cx="0" cy="0"/>
          <a:chOff x="0" y="0"/>
          <a:chExt cx="0" cy="0"/>
        </a:xfrm>
      </p:grpSpPr>
      <p:sp>
        <p:nvSpPr>
          <p:cNvPr id="1377" name="Google Shape;1377;p342"/>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 – Formulae</a:t>
            </a:r>
            <a:endParaRPr/>
          </a:p>
        </p:txBody>
      </p:sp>
      <p:sp>
        <p:nvSpPr>
          <p:cNvPr id="1378" name="Google Shape;1378;p342"/>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79" name="Google Shape;1379;p342"/>
          <p:cNvSpPr/>
          <p:nvPr/>
        </p:nvSpPr>
        <p:spPr>
          <a:xfrm>
            <a:off x="764931" y="1866154"/>
            <a:ext cx="4369776" cy="1727701"/>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Adjoint of the given matrix is </a:t>
            </a:r>
            <a:endParaRPr sz="2000" b="0" i="0" u="none" strike="noStrike" cap="none">
              <a:solidFill>
                <a:srgbClr val="000000"/>
              </a:solidFill>
              <a:latin typeface="Calibri"/>
              <a:ea typeface="Calibri"/>
              <a:cs typeface="Calibri"/>
              <a:sym typeface="Calibri"/>
            </a:endParaRPr>
          </a:p>
        </p:txBody>
      </p:sp>
      <p:grpSp>
        <p:nvGrpSpPr>
          <p:cNvPr id="1380" name="Google Shape;1380;p342"/>
          <p:cNvGrpSpPr/>
          <p:nvPr/>
        </p:nvGrpSpPr>
        <p:grpSpPr>
          <a:xfrm>
            <a:off x="7580936" y="1704146"/>
            <a:ext cx="2611315" cy="2110159"/>
            <a:chOff x="4423877" y="3182812"/>
            <a:chExt cx="2611315" cy="2593731"/>
          </a:xfrm>
        </p:grpSpPr>
        <p:sp>
          <p:nvSpPr>
            <p:cNvPr id="1381" name="Google Shape;1381;p342"/>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82" name="Google Shape;1382;p342"/>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383" name="Google Shape;1383;p342"/>
          <p:cNvGraphicFramePr/>
          <p:nvPr/>
        </p:nvGraphicFramePr>
        <p:xfrm>
          <a:off x="7836888" y="1866154"/>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3</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-4</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1384" name="Google Shape;1384;p342"/>
          <p:cNvSpPr/>
          <p:nvPr/>
        </p:nvSpPr>
        <p:spPr>
          <a:xfrm>
            <a:off x="764931" y="4310415"/>
            <a:ext cx="4369776" cy="1727701"/>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Determinant of the given matrix is </a:t>
            </a:r>
            <a:endParaRPr sz="2000" b="0" i="0" u="none" strike="noStrike" cap="none">
              <a:solidFill>
                <a:srgbClr val="000000"/>
              </a:solidFill>
              <a:latin typeface="Calibri"/>
              <a:ea typeface="Calibri"/>
              <a:cs typeface="Calibri"/>
              <a:sym typeface="Calibri"/>
            </a:endParaRPr>
          </a:p>
        </p:txBody>
      </p:sp>
      <p:sp>
        <p:nvSpPr>
          <p:cNvPr id="1385" name="Google Shape;1385;p342"/>
          <p:cNvSpPr/>
          <p:nvPr/>
        </p:nvSpPr>
        <p:spPr>
          <a:xfrm>
            <a:off x="5292969" y="4848949"/>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86" name="Google Shape;1386;p342"/>
          <p:cNvSpPr/>
          <p:nvPr/>
        </p:nvSpPr>
        <p:spPr>
          <a:xfrm>
            <a:off x="6989884" y="4310415"/>
            <a:ext cx="4369776" cy="1727701"/>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Calibri"/>
                <a:ea typeface="Calibri"/>
                <a:cs typeface="Calibri"/>
                <a:sym typeface="Calibri"/>
              </a:rPr>
              <a:t>=&gt; 2x3 – 4x1 = 2</a:t>
            </a:r>
            <a:endParaRPr sz="3200" b="1" i="0" u="none" strike="noStrike" cap="none">
              <a:solidFill>
                <a:srgbClr val="000000"/>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391"/>
        <p:cNvGrpSpPr/>
        <p:nvPr/>
      </p:nvGrpSpPr>
      <p:grpSpPr>
        <a:xfrm>
          <a:off x="0" y="0"/>
          <a:ext cx="0" cy="0"/>
          <a:chOff x="0" y="0"/>
          <a:chExt cx="0" cy="0"/>
        </a:xfrm>
      </p:grpSpPr>
      <p:sp>
        <p:nvSpPr>
          <p:cNvPr id="1392" name="Google Shape;1392;p343"/>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 – Formulae</a:t>
            </a:r>
            <a:endParaRPr/>
          </a:p>
        </p:txBody>
      </p:sp>
      <p:sp>
        <p:nvSpPr>
          <p:cNvPr id="1393" name="Google Shape;1393;p343"/>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94" name="Google Shape;1394;p343"/>
          <p:cNvSpPr/>
          <p:nvPr/>
        </p:nvSpPr>
        <p:spPr>
          <a:xfrm>
            <a:off x="826478" y="4325814"/>
            <a:ext cx="10709030" cy="177622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Calibri"/>
                <a:ea typeface="Calibri"/>
                <a:cs typeface="Calibri"/>
                <a:sym typeface="Calibri"/>
              </a:rPr>
              <a:t>To verify the result we can use the inverse property that states that:</a:t>
            </a:r>
            <a:endParaRPr dirty="0"/>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Calibri"/>
                <a:ea typeface="Calibri"/>
                <a:cs typeface="Calibri"/>
                <a:sym typeface="Calibri"/>
              </a:rPr>
              <a:t>AA</a:t>
            </a:r>
            <a:r>
              <a:rPr lang="en-US" sz="2000" b="0" i="0" u="none" strike="noStrike" cap="none" baseline="30000" dirty="0">
                <a:solidFill>
                  <a:srgbClr val="000000"/>
                </a:solidFill>
                <a:latin typeface="Calibri"/>
                <a:ea typeface="Calibri"/>
                <a:cs typeface="Calibri"/>
                <a:sym typeface="Calibri"/>
              </a:rPr>
              <a:t>-1</a:t>
            </a:r>
            <a:r>
              <a:rPr lang="en-US" sz="2000" b="0" i="0" u="none" strike="noStrike" cap="none" dirty="0">
                <a:solidFill>
                  <a:srgbClr val="000000"/>
                </a:solidFill>
                <a:latin typeface="Calibri"/>
                <a:ea typeface="Calibri"/>
                <a:cs typeface="Calibri"/>
                <a:sym typeface="Calibri"/>
              </a:rPr>
              <a:t> = I , where I is the identity matrix. </a:t>
            </a:r>
            <a:endParaRPr dirty="0"/>
          </a:p>
        </p:txBody>
      </p:sp>
      <p:grpSp>
        <p:nvGrpSpPr>
          <p:cNvPr id="1395" name="Google Shape;1395;p343"/>
          <p:cNvGrpSpPr/>
          <p:nvPr/>
        </p:nvGrpSpPr>
        <p:grpSpPr>
          <a:xfrm>
            <a:off x="1690089" y="1782672"/>
            <a:ext cx="2611315" cy="2110159"/>
            <a:chOff x="4423877" y="3182812"/>
            <a:chExt cx="2611315" cy="2593731"/>
          </a:xfrm>
        </p:grpSpPr>
        <p:sp>
          <p:nvSpPr>
            <p:cNvPr id="1396" name="Google Shape;1396;p343"/>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97" name="Google Shape;1397;p343"/>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398" name="Google Shape;1398;p343"/>
          <p:cNvSpPr txBox="1"/>
          <p:nvPr/>
        </p:nvSpPr>
        <p:spPr>
          <a:xfrm>
            <a:off x="4301404" y="1490284"/>
            <a:ext cx="63304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-1</a:t>
            </a:r>
            <a:endParaRPr sz="3200" b="1" i="0" u="none" strike="noStrike" cap="none">
              <a:solidFill>
                <a:srgbClr val="000000"/>
              </a:solidFill>
              <a:latin typeface="Arial"/>
              <a:ea typeface="Arial"/>
              <a:cs typeface="Arial"/>
              <a:sym typeface="Arial"/>
            </a:endParaRPr>
          </a:p>
        </p:txBody>
      </p:sp>
      <p:graphicFrame>
        <p:nvGraphicFramePr>
          <p:cNvPr id="1399" name="Google Shape;1399;p343"/>
          <p:cNvGraphicFramePr/>
          <p:nvPr/>
        </p:nvGraphicFramePr>
        <p:xfrm>
          <a:off x="1946041" y="1944680"/>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4</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3</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grpSp>
        <p:nvGrpSpPr>
          <p:cNvPr id="1400" name="Google Shape;1400;p343"/>
          <p:cNvGrpSpPr/>
          <p:nvPr/>
        </p:nvGrpSpPr>
        <p:grpSpPr>
          <a:xfrm>
            <a:off x="7563350" y="1874466"/>
            <a:ext cx="2611315" cy="2110159"/>
            <a:chOff x="4423877" y="3182812"/>
            <a:chExt cx="2611315" cy="2593731"/>
          </a:xfrm>
        </p:grpSpPr>
        <p:sp>
          <p:nvSpPr>
            <p:cNvPr id="1401" name="Google Shape;1401;p343"/>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02" name="Google Shape;1402;p343"/>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403" name="Google Shape;1403;p343"/>
          <p:cNvGraphicFramePr/>
          <p:nvPr/>
        </p:nvGraphicFramePr>
        <p:xfrm>
          <a:off x="7819302" y="2036474"/>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3/2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-1/2</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sp>
        <p:nvSpPr>
          <p:cNvPr id="1409" name="Google Shape;1409;p34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Inverse – Formulae</a:t>
            </a:r>
            <a:endParaRPr/>
          </a:p>
        </p:txBody>
      </p:sp>
      <p:sp>
        <p:nvSpPr>
          <p:cNvPr id="1410" name="Google Shape;1410;p344"/>
          <p:cNvSpPr/>
          <p:nvPr/>
        </p:nvSpPr>
        <p:spPr>
          <a:xfrm>
            <a:off x="826478" y="4325814"/>
            <a:ext cx="10709030" cy="177622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Since we are getting an identity matrix when we did AA</a:t>
            </a:r>
            <a:r>
              <a:rPr lang="en-US" sz="2000" b="0" i="0" u="none" strike="noStrike" cap="none" baseline="30000">
                <a:solidFill>
                  <a:srgbClr val="000000"/>
                </a:solidFill>
                <a:latin typeface="Calibri"/>
                <a:ea typeface="Calibri"/>
                <a:cs typeface="Calibri"/>
                <a:sym typeface="Calibri"/>
              </a:rPr>
              <a:t>-1</a:t>
            </a:r>
            <a:r>
              <a:rPr lang="en-US" sz="2000" b="0" i="0" u="none" strike="noStrike" cap="none">
                <a:solidFill>
                  <a:srgbClr val="000000"/>
                </a:solidFill>
                <a:latin typeface="Calibri"/>
                <a:ea typeface="Calibri"/>
                <a:cs typeface="Calibri"/>
                <a:sym typeface="Calibri"/>
              </a:rPr>
              <a:t>, we have calculated the inverse of the matrix successfully. We can follow the same formulae for the 3x3 matrix as well – where the adjoint and the determinant will determine the inverse of the given matrix. </a:t>
            </a:r>
            <a:endParaRPr/>
          </a:p>
        </p:txBody>
      </p:sp>
      <p:graphicFrame>
        <p:nvGraphicFramePr>
          <p:cNvPr id="1411" name="Google Shape;1411;p344"/>
          <p:cNvGraphicFramePr/>
          <p:nvPr/>
        </p:nvGraphicFramePr>
        <p:xfrm>
          <a:off x="851398" y="2102941"/>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4</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3</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grpSp>
        <p:nvGrpSpPr>
          <p:cNvPr id="1412" name="Google Shape;1412;p344"/>
          <p:cNvGrpSpPr/>
          <p:nvPr/>
        </p:nvGrpSpPr>
        <p:grpSpPr>
          <a:xfrm>
            <a:off x="3980484" y="1874466"/>
            <a:ext cx="2611315" cy="2110159"/>
            <a:chOff x="4423877" y="3182812"/>
            <a:chExt cx="2611315" cy="2593731"/>
          </a:xfrm>
        </p:grpSpPr>
        <p:sp>
          <p:nvSpPr>
            <p:cNvPr id="1413" name="Google Shape;1413;p34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14" name="Google Shape;1414;p34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415" name="Google Shape;1415;p344"/>
          <p:cNvGraphicFramePr/>
          <p:nvPr/>
        </p:nvGraphicFramePr>
        <p:xfrm>
          <a:off x="4236436" y="2036474"/>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3/2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-1/2</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grpSp>
        <p:nvGrpSpPr>
          <p:cNvPr id="1416" name="Google Shape;1416;p344"/>
          <p:cNvGrpSpPr/>
          <p:nvPr/>
        </p:nvGrpSpPr>
        <p:grpSpPr>
          <a:xfrm>
            <a:off x="560276" y="1874466"/>
            <a:ext cx="2611315" cy="2110159"/>
            <a:chOff x="4423877" y="3182812"/>
            <a:chExt cx="2611315" cy="2593731"/>
          </a:xfrm>
        </p:grpSpPr>
        <p:sp>
          <p:nvSpPr>
            <p:cNvPr id="1417" name="Google Shape;1417;p34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18" name="Google Shape;1418;p34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419" name="Google Shape;1419;p344"/>
          <p:cNvSpPr/>
          <p:nvPr/>
        </p:nvSpPr>
        <p:spPr>
          <a:xfrm>
            <a:off x="3332285" y="2523392"/>
            <a:ext cx="474784" cy="580293"/>
          </a:xfrm>
          <a:prstGeom prst="mathMultiply">
            <a:avLst>
              <a:gd name="adj1" fmla="val 2352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420" name="Google Shape;1420;p344"/>
          <p:cNvSpPr/>
          <p:nvPr/>
        </p:nvSpPr>
        <p:spPr>
          <a:xfrm>
            <a:off x="6981091" y="2580541"/>
            <a:ext cx="641839" cy="465993"/>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nvGrpSpPr>
          <p:cNvPr id="1421" name="Google Shape;1421;p344"/>
          <p:cNvGrpSpPr/>
          <p:nvPr/>
        </p:nvGrpSpPr>
        <p:grpSpPr>
          <a:xfrm>
            <a:off x="8446977" y="1834899"/>
            <a:ext cx="2611315" cy="2110159"/>
            <a:chOff x="4423877" y="3182812"/>
            <a:chExt cx="2611315" cy="2593731"/>
          </a:xfrm>
        </p:grpSpPr>
        <p:sp>
          <p:nvSpPr>
            <p:cNvPr id="1422" name="Google Shape;1422;p34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23" name="Google Shape;1423;p34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424" name="Google Shape;1424;p344"/>
          <p:cNvGraphicFramePr/>
          <p:nvPr/>
        </p:nvGraphicFramePr>
        <p:xfrm>
          <a:off x="8702929" y="1996907"/>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0</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0</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429"/>
        <p:cNvGrpSpPr/>
        <p:nvPr/>
      </p:nvGrpSpPr>
      <p:grpSpPr>
        <a:xfrm>
          <a:off x="0" y="0"/>
          <a:ext cx="0" cy="0"/>
          <a:chOff x="0" y="0"/>
          <a:chExt cx="0" cy="0"/>
        </a:xfrm>
      </p:grpSpPr>
      <p:sp>
        <p:nvSpPr>
          <p:cNvPr id="1430" name="Google Shape;1430;p345"/>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Hands on - Python</a:t>
            </a:r>
            <a:endParaRPr sz="1400" b="0" i="0" u="none" strike="noStrike" cap="none">
              <a:solidFill>
                <a:srgbClr val="000000"/>
              </a:solidFill>
              <a:latin typeface="Arial"/>
              <a:ea typeface="Arial"/>
              <a:cs typeface="Arial"/>
              <a:sym typeface="Arial"/>
            </a:endParaRPr>
          </a:p>
        </p:txBody>
      </p:sp>
      <p:sp>
        <p:nvSpPr>
          <p:cNvPr id="1431" name="Google Shape;1431;p345"/>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432" name="Google Shape;1432;p345"/>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433" name="Google Shape;1433;p345"/>
          <p:cNvSpPr txBox="1"/>
          <p:nvPr/>
        </p:nvSpPr>
        <p:spPr>
          <a:xfrm>
            <a:off x="8748346" y="1547454"/>
            <a:ext cx="182880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Output</a:t>
            </a:r>
            <a:endParaRPr sz="1800" b="1" i="0" u="none" strike="noStrike" cap="none">
              <a:solidFill>
                <a:srgbClr val="000000"/>
              </a:solidFill>
              <a:latin typeface="Arial"/>
              <a:ea typeface="Arial"/>
              <a:cs typeface="Arial"/>
              <a:sym typeface="Arial"/>
            </a:endParaRPr>
          </a:p>
        </p:txBody>
      </p:sp>
      <p:sp>
        <p:nvSpPr>
          <p:cNvPr id="1434" name="Google Shape;1434;p345"/>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In this example, we have used the numpy.linalg.inv() method to calculate the inverse of a 2x2 and a 3x3 matrices F and G respectively.</a:t>
            </a:r>
            <a:endParaRPr/>
          </a:p>
        </p:txBody>
      </p:sp>
      <p:pic>
        <p:nvPicPr>
          <p:cNvPr id="1435" name="Google Shape;1435;p345"/>
          <p:cNvPicPr preferRelativeResize="0"/>
          <p:nvPr/>
        </p:nvPicPr>
        <p:blipFill rotWithShape="1">
          <a:blip r:embed="rId3">
            <a:alphaModFix/>
          </a:blip>
          <a:srcRect/>
          <a:stretch/>
        </p:blipFill>
        <p:spPr>
          <a:xfrm>
            <a:off x="1043832" y="1916786"/>
            <a:ext cx="6108507" cy="2483764"/>
          </a:xfrm>
          <a:prstGeom prst="rect">
            <a:avLst/>
          </a:prstGeom>
          <a:noFill/>
          <a:ln>
            <a:noFill/>
          </a:ln>
        </p:spPr>
      </p:pic>
      <p:pic>
        <p:nvPicPr>
          <p:cNvPr id="1436" name="Google Shape;1436;p345"/>
          <p:cNvPicPr preferRelativeResize="0"/>
          <p:nvPr/>
        </p:nvPicPr>
        <p:blipFill rotWithShape="1">
          <a:blip r:embed="rId4">
            <a:alphaModFix/>
          </a:blip>
          <a:srcRect/>
          <a:stretch/>
        </p:blipFill>
        <p:spPr>
          <a:xfrm>
            <a:off x="8501672" y="2456229"/>
            <a:ext cx="2532673" cy="161829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sp>
        <p:nvSpPr>
          <p:cNvPr id="1442" name="Google Shape;1442;p346"/>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Rank of a Matrix</a:t>
            </a:r>
            <a:endParaRPr/>
          </a:p>
        </p:txBody>
      </p:sp>
      <p:grpSp>
        <p:nvGrpSpPr>
          <p:cNvPr id="1443" name="Google Shape;1443;p346"/>
          <p:cNvGrpSpPr/>
          <p:nvPr/>
        </p:nvGrpSpPr>
        <p:grpSpPr>
          <a:xfrm>
            <a:off x="2463812" y="1446323"/>
            <a:ext cx="2611315" cy="2593731"/>
            <a:chOff x="4423877" y="3182812"/>
            <a:chExt cx="2611315" cy="2593731"/>
          </a:xfrm>
        </p:grpSpPr>
        <p:sp>
          <p:nvSpPr>
            <p:cNvPr id="1444" name="Google Shape;1444;p346"/>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45" name="Google Shape;1445;p346"/>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446" name="Google Shape;1446;p346"/>
          <p:cNvGraphicFramePr/>
          <p:nvPr/>
        </p:nvGraphicFramePr>
        <p:xfrm>
          <a:off x="2801594" y="1701304"/>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447" name="Google Shape;1447;p346"/>
          <p:cNvSpPr/>
          <p:nvPr/>
        </p:nvSpPr>
        <p:spPr>
          <a:xfrm>
            <a:off x="7508632" y="1557766"/>
            <a:ext cx="3859822" cy="366486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The number of linearly independent columns in a matrix is known as the rank of the matrix. There are several ways we can use to calculate the rank of the matrix. One such method is to reduce the matrix to its row-echelon form. </a:t>
            </a:r>
            <a:endParaRPr sz="2000" b="1" i="0" u="none" strike="noStrike" cap="none">
              <a:solidFill>
                <a:srgbClr val="000000"/>
              </a:solidFill>
              <a:latin typeface="Calibri"/>
              <a:ea typeface="Calibri"/>
              <a:cs typeface="Calibri"/>
              <a:sym typeface="Calibri"/>
            </a:endParaRPr>
          </a:p>
        </p:txBody>
      </p:sp>
      <p:sp>
        <p:nvSpPr>
          <p:cNvPr id="1448" name="Google Shape;1448;p346"/>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49" name="Google Shape;1449;p346"/>
          <p:cNvSpPr txBox="1"/>
          <p:nvPr/>
        </p:nvSpPr>
        <p:spPr>
          <a:xfrm>
            <a:off x="679515" y="2420022"/>
            <a:ext cx="120454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600" b="1" i="0" u="none" strike="noStrike" cap="none">
                <a:solidFill>
                  <a:srgbClr val="000000"/>
                </a:solidFill>
                <a:latin typeface="Arial"/>
                <a:ea typeface="Arial"/>
                <a:cs typeface="Arial"/>
                <a:sym typeface="Arial"/>
              </a:rPr>
              <a:t>ρ(A)</a:t>
            </a:r>
            <a:endParaRPr sz="3600" b="1" i="0" u="none" strike="noStrike" cap="none">
              <a:solidFill>
                <a:srgbClr val="000000"/>
              </a:solidFill>
              <a:latin typeface="Arial"/>
              <a:ea typeface="Arial"/>
              <a:cs typeface="Arial"/>
              <a:sym typeface="Arial"/>
            </a:endParaRPr>
          </a:p>
        </p:txBody>
      </p:sp>
      <p:sp>
        <p:nvSpPr>
          <p:cNvPr id="1450" name="Google Shape;1450;p346"/>
          <p:cNvSpPr/>
          <p:nvPr/>
        </p:nvSpPr>
        <p:spPr>
          <a:xfrm>
            <a:off x="1822517" y="2611303"/>
            <a:ext cx="439616" cy="263769"/>
          </a:xfrm>
          <a:prstGeom prst="rightArrow">
            <a:avLst>
              <a:gd name="adj1" fmla="val 50000"/>
              <a:gd name="adj2" fmla="val 5000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455"/>
        <p:cNvGrpSpPr/>
        <p:nvPr/>
      </p:nvGrpSpPr>
      <p:grpSpPr>
        <a:xfrm>
          <a:off x="0" y="0"/>
          <a:ext cx="0" cy="0"/>
          <a:chOff x="0" y="0"/>
          <a:chExt cx="0" cy="0"/>
        </a:xfrm>
      </p:grpSpPr>
      <p:sp>
        <p:nvSpPr>
          <p:cNvPr id="1456" name="Google Shape;1456;p347"/>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Rank of a Matrix</a:t>
            </a:r>
            <a:endParaRPr/>
          </a:p>
        </p:txBody>
      </p:sp>
      <p:grpSp>
        <p:nvGrpSpPr>
          <p:cNvPr id="1457" name="Google Shape;1457;p347"/>
          <p:cNvGrpSpPr/>
          <p:nvPr/>
        </p:nvGrpSpPr>
        <p:grpSpPr>
          <a:xfrm>
            <a:off x="1690089" y="1433141"/>
            <a:ext cx="2611315" cy="2593731"/>
            <a:chOff x="4423877" y="3182812"/>
            <a:chExt cx="2611315" cy="2593731"/>
          </a:xfrm>
        </p:grpSpPr>
        <p:sp>
          <p:nvSpPr>
            <p:cNvPr id="1458" name="Google Shape;1458;p347"/>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59" name="Google Shape;1459;p347"/>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460" name="Google Shape;1460;p347"/>
          <p:cNvGraphicFramePr/>
          <p:nvPr/>
        </p:nvGraphicFramePr>
        <p:xfrm>
          <a:off x="2027871"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461" name="Google Shape;1461;p347"/>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62" name="Google Shape;1462;p347"/>
          <p:cNvSpPr/>
          <p:nvPr/>
        </p:nvSpPr>
        <p:spPr>
          <a:xfrm>
            <a:off x="7508632" y="1090247"/>
            <a:ext cx="3859822" cy="410600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Things to Remember:</a:t>
            </a:r>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Calibri"/>
                <a:ea typeface="Calibri"/>
                <a:cs typeface="Calibri"/>
                <a:sym typeface="Calibri"/>
              </a:rPr>
              <a:t>If the matrix A is of the order mxm, and if the determinant of |A| is not equal to zero, then the rank of the matrix will be m.</a:t>
            </a:r>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Calibri"/>
                <a:ea typeface="Calibri"/>
                <a:cs typeface="Calibri"/>
                <a:sym typeface="Calibri"/>
              </a:rPr>
              <a:t>If the determinant is equal to zero, the rank will be less than m.</a:t>
            </a:r>
            <a:r>
              <a:rPr lang="en-US" sz="2000" b="1" i="0" u="none" strike="noStrike" cap="none">
                <a:solidFill>
                  <a:srgbClr val="000000"/>
                </a:solidFill>
                <a:latin typeface="Calibri"/>
                <a:ea typeface="Calibri"/>
                <a:cs typeface="Calibri"/>
                <a:sym typeface="Calibri"/>
              </a:rPr>
              <a:t> </a:t>
            </a:r>
            <a:endParaRPr sz="2000" b="1" i="0" u="none" strike="noStrike" cap="none">
              <a:solidFill>
                <a:srgbClr val="000000"/>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467"/>
        <p:cNvGrpSpPr/>
        <p:nvPr/>
      </p:nvGrpSpPr>
      <p:grpSpPr>
        <a:xfrm>
          <a:off x="0" y="0"/>
          <a:ext cx="0" cy="0"/>
          <a:chOff x="0" y="0"/>
          <a:chExt cx="0" cy="0"/>
        </a:xfrm>
      </p:grpSpPr>
      <p:sp>
        <p:nvSpPr>
          <p:cNvPr id="1468" name="Google Shape;1468;p348"/>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Rank of a Matrix</a:t>
            </a:r>
            <a:endParaRPr/>
          </a:p>
        </p:txBody>
      </p:sp>
      <p:grpSp>
        <p:nvGrpSpPr>
          <p:cNvPr id="1469" name="Google Shape;1469;p348"/>
          <p:cNvGrpSpPr/>
          <p:nvPr/>
        </p:nvGrpSpPr>
        <p:grpSpPr>
          <a:xfrm>
            <a:off x="1690089" y="1433141"/>
            <a:ext cx="2611315" cy="2593731"/>
            <a:chOff x="4423877" y="3182812"/>
            <a:chExt cx="2611315" cy="2593731"/>
          </a:xfrm>
        </p:grpSpPr>
        <p:sp>
          <p:nvSpPr>
            <p:cNvPr id="1470" name="Google Shape;1470;p348"/>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71" name="Google Shape;1471;p348"/>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472" name="Google Shape;1472;p348"/>
          <p:cNvGraphicFramePr/>
          <p:nvPr/>
        </p:nvGraphicFramePr>
        <p:xfrm>
          <a:off x="2027871" y="1688122"/>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473" name="Google Shape;1473;p348"/>
          <p:cNvSpPr/>
          <p:nvPr/>
        </p:nvSpPr>
        <p:spPr>
          <a:xfrm>
            <a:off x="5292969" y="2404690"/>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74" name="Google Shape;1474;p348"/>
          <p:cNvSpPr/>
          <p:nvPr/>
        </p:nvSpPr>
        <p:spPr>
          <a:xfrm>
            <a:off x="7508632" y="1090246"/>
            <a:ext cx="3859822" cy="451045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Row Echelon Form</a:t>
            </a:r>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Calibri"/>
                <a:ea typeface="Calibri"/>
                <a:cs typeface="Calibri"/>
                <a:sym typeface="Calibri"/>
              </a:rPr>
              <a:t>The pivots go from top-left to bottom right. Pivots are the first non-zero element in the row. </a:t>
            </a:r>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Calibri"/>
                <a:ea typeface="Calibri"/>
                <a:cs typeface="Calibri"/>
                <a:sym typeface="Calibri"/>
              </a:rPr>
              <a:t>There must be a zero below the pivots in the row echelon form.</a:t>
            </a:r>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Calibri"/>
                <a:ea typeface="Calibri"/>
                <a:cs typeface="Calibri"/>
                <a:sym typeface="Calibri"/>
              </a:rPr>
              <a:t>The rows will all zero elements must be at the end of the matrix.</a:t>
            </a:r>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0" name="Google Shape;1480;p349"/>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Rank of a Matrix</a:t>
            </a:r>
            <a:endParaRPr/>
          </a:p>
        </p:txBody>
      </p:sp>
      <p:grpSp>
        <p:nvGrpSpPr>
          <p:cNvPr id="1481" name="Google Shape;1481;p349"/>
          <p:cNvGrpSpPr/>
          <p:nvPr/>
        </p:nvGrpSpPr>
        <p:grpSpPr>
          <a:xfrm>
            <a:off x="1702735" y="1186957"/>
            <a:ext cx="2611315" cy="2593731"/>
            <a:chOff x="4423877" y="3182812"/>
            <a:chExt cx="2611315" cy="2593731"/>
          </a:xfrm>
        </p:grpSpPr>
        <p:sp>
          <p:nvSpPr>
            <p:cNvPr id="1482" name="Google Shape;1482;p349"/>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83" name="Google Shape;1483;p349"/>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484" name="Google Shape;1484;p349"/>
          <p:cNvGraphicFramePr/>
          <p:nvPr/>
        </p:nvGraphicFramePr>
        <p:xfrm>
          <a:off x="2040517" y="1441938"/>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485" name="Google Shape;1485;p349"/>
          <p:cNvSpPr/>
          <p:nvPr/>
        </p:nvSpPr>
        <p:spPr>
          <a:xfrm>
            <a:off x="5305615" y="2158506"/>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86" name="Google Shape;1486;p349"/>
          <p:cNvSpPr/>
          <p:nvPr/>
        </p:nvSpPr>
        <p:spPr>
          <a:xfrm>
            <a:off x="1617785" y="4079631"/>
            <a:ext cx="9064869" cy="1899137"/>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We can use the gaussian elimination method where we interchange, multiply and add the rows to reach the row echelon form. Here, we have used the following operation to get the row echolen form.</a:t>
            </a:r>
            <a:endParaRPr/>
          </a:p>
          <a:p>
            <a:pPr marL="457200" marR="0" lvl="0" indent="-457200" algn="ctr"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Calibri"/>
                <a:ea typeface="Calibri"/>
                <a:cs typeface="Calibri"/>
                <a:sym typeface="Calibri"/>
              </a:rPr>
              <a:t>R3 = R3 – 2R1 </a:t>
            </a:r>
            <a:endParaRPr/>
          </a:p>
          <a:p>
            <a:pPr marL="0" marR="0" lvl="0" indent="0" algn="ctr" rtl="0">
              <a:lnSpc>
                <a:spcPct val="100000"/>
              </a:lnSpc>
              <a:spcBef>
                <a:spcPts val="0"/>
              </a:spcBef>
              <a:spcAft>
                <a:spcPts val="0"/>
              </a:spcAft>
              <a:buNone/>
            </a:pPr>
            <a:r>
              <a:rPr lang="en-US" sz="2000" b="0" i="0" u="none" strike="noStrike" cap="none">
                <a:solidFill>
                  <a:srgbClr val="000000"/>
                </a:solidFill>
                <a:latin typeface="Calibri"/>
                <a:ea typeface="Calibri"/>
                <a:cs typeface="Calibri"/>
                <a:sym typeface="Calibri"/>
              </a:rPr>
              <a:t>Since, the non-zero rows are 2, hence the rank of the matrix is </a:t>
            </a:r>
            <a:r>
              <a:rPr lang="en-US" sz="2000" b="1" i="0" u="none" strike="noStrike" cap="none">
                <a:solidFill>
                  <a:srgbClr val="000000"/>
                </a:solidFill>
                <a:latin typeface="Calibri"/>
                <a:ea typeface="Calibri"/>
                <a:cs typeface="Calibri"/>
                <a:sym typeface="Calibri"/>
              </a:rPr>
              <a:t>2</a:t>
            </a:r>
            <a:r>
              <a:rPr lang="en-US" sz="2000" b="0" i="0" u="none" strike="noStrike" cap="none">
                <a:solidFill>
                  <a:srgbClr val="000000"/>
                </a:solidFill>
                <a:latin typeface="Calibri"/>
                <a:ea typeface="Calibri"/>
                <a:cs typeface="Calibri"/>
                <a:sym typeface="Calibri"/>
              </a:rPr>
              <a:t>. </a:t>
            </a:r>
            <a:endParaRPr/>
          </a:p>
        </p:txBody>
      </p:sp>
      <p:grpSp>
        <p:nvGrpSpPr>
          <p:cNvPr id="1487" name="Google Shape;1487;p349"/>
          <p:cNvGrpSpPr/>
          <p:nvPr/>
        </p:nvGrpSpPr>
        <p:grpSpPr>
          <a:xfrm>
            <a:off x="7692727" y="1186957"/>
            <a:ext cx="2611315" cy="2593731"/>
            <a:chOff x="4423877" y="3182812"/>
            <a:chExt cx="2611315" cy="2593731"/>
          </a:xfrm>
        </p:grpSpPr>
        <p:sp>
          <p:nvSpPr>
            <p:cNvPr id="1488" name="Google Shape;1488;p349"/>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89" name="Google Shape;1489;p349"/>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490" name="Google Shape;1490;p349"/>
          <p:cNvGraphicFramePr/>
          <p:nvPr/>
        </p:nvGraphicFramePr>
        <p:xfrm>
          <a:off x="8030509" y="1441938"/>
          <a:ext cx="1995825" cy="2057400"/>
        </p:xfrm>
        <a:graphic>
          <a:graphicData uri="http://schemas.openxmlformats.org/drawingml/2006/table">
            <a:tbl>
              <a:tblPr firstRow="1" bandRow="1">
                <a:noFill/>
                <a:tableStyleId>{E5F09473-F245-49D5-B950-E14C9893E584}</a:tableStyleId>
              </a:tblPr>
              <a:tblGrid>
                <a:gridCol w="665275">
                  <a:extLst>
                    <a:ext uri="{9D8B030D-6E8A-4147-A177-3AD203B41FA5}">
                      <a16:colId xmlns:a16="http://schemas.microsoft.com/office/drawing/2014/main" val="20000"/>
                    </a:ext>
                  </a:extLst>
                </a:gridCol>
                <a:gridCol w="665275">
                  <a:extLst>
                    <a:ext uri="{9D8B030D-6E8A-4147-A177-3AD203B41FA5}">
                      <a16:colId xmlns:a16="http://schemas.microsoft.com/office/drawing/2014/main" val="20001"/>
                    </a:ext>
                  </a:extLst>
                </a:gridCol>
                <a:gridCol w="665275">
                  <a:extLst>
                    <a:ext uri="{9D8B030D-6E8A-4147-A177-3AD203B41FA5}">
                      <a16:colId xmlns:a16="http://schemas.microsoft.com/office/drawing/2014/main" val="20002"/>
                    </a:ext>
                  </a:extLst>
                </a:gridCol>
              </a:tblGrid>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2</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1</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4</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85800">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 </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3600" b="1" u="none" strike="noStrike" cap="none">
                          <a:solidFill>
                            <a:schemeClr val="dk1"/>
                          </a:solidFill>
                        </a:rPr>
                        <a:t>0</a:t>
                      </a:r>
                      <a:endParaRPr sz="3600" b="1" u="none" strike="noStrike" cap="none">
                        <a:solidFill>
                          <a:schemeClr val="dk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495"/>
        <p:cNvGrpSpPr/>
        <p:nvPr/>
      </p:nvGrpSpPr>
      <p:grpSpPr>
        <a:xfrm>
          <a:off x="0" y="0"/>
          <a:ext cx="0" cy="0"/>
          <a:chOff x="0" y="0"/>
          <a:chExt cx="0" cy="0"/>
        </a:xfrm>
      </p:grpSpPr>
      <p:sp>
        <p:nvSpPr>
          <p:cNvPr id="1496" name="Google Shape;1496;p350"/>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Hands on - Python</a:t>
            </a:r>
            <a:endParaRPr sz="1400" b="0" i="0" u="none" strike="noStrike" cap="none">
              <a:solidFill>
                <a:srgbClr val="000000"/>
              </a:solidFill>
              <a:latin typeface="Arial"/>
              <a:ea typeface="Arial"/>
              <a:cs typeface="Arial"/>
              <a:sym typeface="Arial"/>
            </a:endParaRPr>
          </a:p>
        </p:txBody>
      </p:sp>
      <p:sp>
        <p:nvSpPr>
          <p:cNvPr id="1497" name="Google Shape;1497;p350"/>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498" name="Google Shape;1498;p350"/>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499" name="Google Shape;1499;p350"/>
          <p:cNvSpPr txBox="1"/>
          <p:nvPr/>
        </p:nvSpPr>
        <p:spPr>
          <a:xfrm>
            <a:off x="8748346" y="1547454"/>
            <a:ext cx="182880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Output</a:t>
            </a:r>
            <a:endParaRPr sz="1800" b="1" i="0" u="none" strike="noStrike" cap="none">
              <a:solidFill>
                <a:srgbClr val="000000"/>
              </a:solidFill>
              <a:latin typeface="Arial"/>
              <a:ea typeface="Arial"/>
              <a:cs typeface="Arial"/>
              <a:sym typeface="Arial"/>
            </a:endParaRPr>
          </a:p>
        </p:txBody>
      </p:sp>
      <p:sp>
        <p:nvSpPr>
          <p:cNvPr id="1500" name="Google Shape;1500;p350"/>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In this example, we have used the numpy.linalg.matrix_rank() method to calculate the rank of the given matrix. </a:t>
            </a:r>
            <a:endParaRPr/>
          </a:p>
        </p:txBody>
      </p:sp>
      <p:pic>
        <p:nvPicPr>
          <p:cNvPr id="1501" name="Google Shape;1501;p350"/>
          <p:cNvPicPr preferRelativeResize="0"/>
          <p:nvPr/>
        </p:nvPicPr>
        <p:blipFill rotWithShape="1">
          <a:blip r:embed="rId3">
            <a:alphaModFix/>
          </a:blip>
          <a:srcRect/>
          <a:stretch/>
        </p:blipFill>
        <p:spPr>
          <a:xfrm>
            <a:off x="1020969" y="2639865"/>
            <a:ext cx="6110221" cy="1121073"/>
          </a:xfrm>
          <a:prstGeom prst="rect">
            <a:avLst/>
          </a:prstGeom>
          <a:noFill/>
          <a:ln>
            <a:noFill/>
          </a:ln>
        </p:spPr>
      </p:pic>
      <p:pic>
        <p:nvPicPr>
          <p:cNvPr id="1502" name="Google Shape;1502;p350"/>
          <p:cNvPicPr preferRelativeResize="0"/>
          <p:nvPr/>
        </p:nvPicPr>
        <p:blipFill rotWithShape="1">
          <a:blip r:embed="rId4">
            <a:alphaModFix/>
          </a:blip>
          <a:srcRect/>
          <a:stretch/>
        </p:blipFill>
        <p:spPr>
          <a:xfrm>
            <a:off x="8005654" y="2980884"/>
            <a:ext cx="3314184" cy="52040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Shape 1639"/>
        <p:cNvGrpSpPr/>
        <p:nvPr/>
      </p:nvGrpSpPr>
      <p:grpSpPr>
        <a:xfrm>
          <a:off x="0" y="0"/>
          <a:ext cx="0" cy="0"/>
          <a:chOff x="0" y="0"/>
          <a:chExt cx="0" cy="0"/>
        </a:xfrm>
      </p:grpSpPr>
      <p:sp>
        <p:nvSpPr>
          <p:cNvPr id="1640" name="Google Shape;1640;p359"/>
          <p:cNvSpPr txBox="1">
            <a:spLocks noGrp="1"/>
          </p:cNvSpPr>
          <p:nvPr>
            <p:ph type="body" idx="1"/>
          </p:nvPr>
        </p:nvSpPr>
        <p:spPr>
          <a:xfrm>
            <a:off x="1863627" y="2559666"/>
            <a:ext cx="8312980" cy="769275"/>
          </a:xfrm>
          <a:prstGeom prst="rect">
            <a:avLst/>
          </a:prstGeom>
          <a:noFill/>
          <a:ln>
            <a:noFill/>
          </a:ln>
        </p:spPr>
        <p:txBody>
          <a:bodyPr spcFirstLastPara="1" wrap="square" lIns="0" tIns="45700" rIns="91425" bIns="45700" anchor="ctr" anchorCtr="0">
            <a:noAutofit/>
          </a:bodyPr>
          <a:lstStyle/>
          <a:p>
            <a:pPr marL="0" lvl="0" indent="0" algn="ctr" rtl="0">
              <a:lnSpc>
                <a:spcPct val="90000"/>
              </a:lnSpc>
              <a:spcBef>
                <a:spcPts val="0"/>
              </a:spcBef>
              <a:spcAft>
                <a:spcPts val="0"/>
              </a:spcAft>
              <a:buClr>
                <a:srgbClr val="7F7F7F"/>
              </a:buClr>
              <a:buSzPts val="5300"/>
              <a:buNone/>
            </a:pPr>
            <a:r>
              <a:rPr lang="en-US"/>
              <a:t>Eigen Values And Eigen Vectors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645"/>
        <p:cNvGrpSpPr/>
        <p:nvPr/>
      </p:nvGrpSpPr>
      <p:grpSpPr>
        <a:xfrm>
          <a:off x="0" y="0"/>
          <a:ext cx="0" cy="0"/>
          <a:chOff x="0" y="0"/>
          <a:chExt cx="0" cy="0"/>
        </a:xfrm>
      </p:grpSpPr>
      <p:sp>
        <p:nvSpPr>
          <p:cNvPr id="1646" name="Google Shape;1646;p360"/>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Characteristic Polynomial</a:t>
            </a:r>
            <a:endParaRPr/>
          </a:p>
        </p:txBody>
      </p:sp>
      <p:sp>
        <p:nvSpPr>
          <p:cNvPr id="1647" name="Google Shape;1647;p360"/>
          <p:cNvSpPr/>
          <p:nvPr/>
        </p:nvSpPr>
        <p:spPr>
          <a:xfrm>
            <a:off x="1072663" y="1345224"/>
            <a:ext cx="9944100" cy="152106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A characteristic polynomial is used to derive the Eigen values of a given matrix. The characteristic polynomial of a matrix A is denoted by the function given below.</a:t>
            </a:r>
            <a:endParaRPr/>
          </a:p>
        </p:txBody>
      </p:sp>
      <p:sp>
        <p:nvSpPr>
          <p:cNvPr id="1648" name="Google Shape;1648;p360"/>
          <p:cNvSpPr/>
          <p:nvPr/>
        </p:nvSpPr>
        <p:spPr>
          <a:xfrm>
            <a:off x="1072663" y="4776910"/>
            <a:ext cx="9944100" cy="152106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The  characteristic polynomial of the square matrix A is given by the function f(λ), and the I is the identity matrix. The whole objective of using the characteristic polynomial is to find the Eigen values of the given matrix. </a:t>
            </a:r>
            <a:endParaRPr sz="2000" b="0" i="0" u="none" strike="noStrike" cap="none">
              <a:solidFill>
                <a:srgbClr val="000000"/>
              </a:solidFill>
              <a:latin typeface="Calibri"/>
              <a:ea typeface="Calibri"/>
              <a:cs typeface="Calibri"/>
              <a:sym typeface="Calibri"/>
            </a:endParaRPr>
          </a:p>
        </p:txBody>
      </p:sp>
      <p:grpSp>
        <p:nvGrpSpPr>
          <p:cNvPr id="1649" name="Google Shape;1649;p360"/>
          <p:cNvGrpSpPr/>
          <p:nvPr/>
        </p:nvGrpSpPr>
        <p:grpSpPr>
          <a:xfrm>
            <a:off x="2613461" y="3050932"/>
            <a:ext cx="6724511" cy="1594094"/>
            <a:chOff x="2613461" y="3050932"/>
            <a:chExt cx="6724511" cy="1594094"/>
          </a:xfrm>
        </p:grpSpPr>
        <p:pic>
          <p:nvPicPr>
            <p:cNvPr id="1650" name="Google Shape;1650;p360"/>
            <p:cNvPicPr preferRelativeResize="0"/>
            <p:nvPr/>
          </p:nvPicPr>
          <p:blipFill rotWithShape="1">
            <a:blip r:embed="rId3">
              <a:alphaModFix/>
            </a:blip>
            <a:srcRect/>
            <a:stretch/>
          </p:blipFill>
          <p:spPr>
            <a:xfrm>
              <a:off x="2613461" y="3050932"/>
              <a:ext cx="6724511" cy="1594094"/>
            </a:xfrm>
            <a:prstGeom prst="rect">
              <a:avLst/>
            </a:prstGeom>
            <a:noFill/>
            <a:ln>
              <a:noFill/>
            </a:ln>
          </p:spPr>
        </p:pic>
        <p:sp>
          <p:nvSpPr>
            <p:cNvPr id="1651" name="Google Shape;1651;p360"/>
            <p:cNvSpPr/>
            <p:nvPr/>
          </p:nvSpPr>
          <p:spPr>
            <a:xfrm>
              <a:off x="7825154" y="3754315"/>
              <a:ext cx="193431" cy="378070"/>
            </a:xfrm>
            <a:prstGeom prst="flowChartAlternateProcess">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656"/>
        <p:cNvGrpSpPr/>
        <p:nvPr/>
      </p:nvGrpSpPr>
      <p:grpSpPr>
        <a:xfrm>
          <a:off x="0" y="0"/>
          <a:ext cx="0" cy="0"/>
          <a:chOff x="0" y="0"/>
          <a:chExt cx="0" cy="0"/>
        </a:xfrm>
      </p:grpSpPr>
      <p:sp>
        <p:nvSpPr>
          <p:cNvPr id="1657" name="Google Shape;1657;p361"/>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Eigen Value </a:t>
            </a:r>
            <a:endParaRPr/>
          </a:p>
        </p:txBody>
      </p:sp>
      <p:sp>
        <p:nvSpPr>
          <p:cNvPr id="1658" name="Google Shape;1658;p361"/>
          <p:cNvSpPr/>
          <p:nvPr/>
        </p:nvSpPr>
        <p:spPr>
          <a:xfrm>
            <a:off x="1072663" y="1345224"/>
            <a:ext cx="9944100" cy="152106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Eigen values are the roots of the characteristic polynomial of the matrix A. Let’s understand this with a simple example.</a:t>
            </a:r>
            <a:endParaRPr/>
          </a:p>
        </p:txBody>
      </p:sp>
      <p:grpSp>
        <p:nvGrpSpPr>
          <p:cNvPr id="1659" name="Google Shape;1659;p361"/>
          <p:cNvGrpSpPr/>
          <p:nvPr/>
        </p:nvGrpSpPr>
        <p:grpSpPr>
          <a:xfrm>
            <a:off x="1509846" y="3793878"/>
            <a:ext cx="2611315" cy="2110159"/>
            <a:chOff x="4423877" y="3182812"/>
            <a:chExt cx="2611315" cy="2593731"/>
          </a:xfrm>
        </p:grpSpPr>
        <p:sp>
          <p:nvSpPr>
            <p:cNvPr id="1660" name="Google Shape;1660;p361"/>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661" name="Google Shape;1661;p361"/>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662" name="Google Shape;1662;p361"/>
          <p:cNvGraphicFramePr/>
          <p:nvPr/>
        </p:nvGraphicFramePr>
        <p:xfrm>
          <a:off x="1765798" y="3955886"/>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4</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3</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1663" name="Google Shape;1663;p361"/>
          <p:cNvSpPr/>
          <p:nvPr/>
        </p:nvSpPr>
        <p:spPr>
          <a:xfrm>
            <a:off x="6277709" y="3894992"/>
            <a:ext cx="4739054" cy="190792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To calculate the Eigen values of the given matrix, we will first compute the characteristic polynomial and then derive the Eigen values by finding the roots of the Characteristic polynomial.</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668"/>
        <p:cNvGrpSpPr/>
        <p:nvPr/>
      </p:nvGrpSpPr>
      <p:grpSpPr>
        <a:xfrm>
          <a:off x="0" y="0"/>
          <a:ext cx="0" cy="0"/>
          <a:chOff x="0" y="0"/>
          <a:chExt cx="0" cy="0"/>
        </a:xfrm>
      </p:grpSpPr>
      <p:sp>
        <p:nvSpPr>
          <p:cNvPr id="1669" name="Google Shape;1669;p362"/>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Eigen Value </a:t>
            </a:r>
            <a:endParaRPr/>
          </a:p>
        </p:txBody>
      </p:sp>
      <p:grpSp>
        <p:nvGrpSpPr>
          <p:cNvPr id="1670" name="Google Shape;1670;p362"/>
          <p:cNvGrpSpPr/>
          <p:nvPr/>
        </p:nvGrpSpPr>
        <p:grpSpPr>
          <a:xfrm>
            <a:off x="1270022" y="1340824"/>
            <a:ext cx="2611315" cy="2110159"/>
            <a:chOff x="4423877" y="3182812"/>
            <a:chExt cx="2611315" cy="2593731"/>
          </a:xfrm>
        </p:grpSpPr>
        <p:sp>
          <p:nvSpPr>
            <p:cNvPr id="1671" name="Google Shape;1671;p362"/>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672" name="Google Shape;1672;p362"/>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673" name="Google Shape;1673;p362"/>
          <p:cNvGraphicFramePr/>
          <p:nvPr/>
        </p:nvGraphicFramePr>
        <p:xfrm>
          <a:off x="1525974" y="1502832"/>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5</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1674" name="Google Shape;1674;p362"/>
          <p:cNvSpPr/>
          <p:nvPr/>
        </p:nvSpPr>
        <p:spPr>
          <a:xfrm>
            <a:off x="5249009" y="1226524"/>
            <a:ext cx="5697414" cy="291465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To find the characteristic polynomial, we will calculate the determinant of (A - λI</a:t>
            </a:r>
            <a:r>
              <a:rPr lang="en-US" sz="2000" b="0" i="0" u="none" strike="noStrike" cap="none" baseline="-25000">
                <a:solidFill>
                  <a:srgbClr val="000000"/>
                </a:solidFill>
                <a:latin typeface="Calibri"/>
                <a:ea typeface="Calibri"/>
                <a:cs typeface="Calibri"/>
                <a:sym typeface="Calibri"/>
              </a:rPr>
              <a:t>n</a:t>
            </a:r>
            <a:r>
              <a:rPr lang="en-US" sz="2000" b="0" i="0" u="none" strike="noStrike" cap="none">
                <a:solidFill>
                  <a:srgbClr val="000000"/>
                </a:solidFill>
                <a:latin typeface="Calibri"/>
                <a:ea typeface="Calibri"/>
                <a:cs typeface="Calibri"/>
                <a:sym typeface="Calibri"/>
              </a:rPr>
              <a:t> ).</a:t>
            </a:r>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The computation will get the resultant characteristic polynomial as:</a:t>
            </a:r>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None/>
            </a:pPr>
            <a:r>
              <a:rPr lang="en-US" sz="3600" b="0" i="0" u="none" strike="noStrike" cap="none">
                <a:solidFill>
                  <a:srgbClr val="000000"/>
                </a:solidFill>
                <a:latin typeface="Calibri"/>
                <a:ea typeface="Calibri"/>
                <a:cs typeface="Calibri"/>
                <a:sym typeface="Calibri"/>
              </a:rPr>
              <a:t>f(λ ) = λ</a:t>
            </a:r>
            <a:r>
              <a:rPr lang="en-US" sz="3600" b="0" i="0" u="none" strike="noStrike" cap="none" baseline="30000">
                <a:solidFill>
                  <a:srgbClr val="000000"/>
                </a:solidFill>
                <a:latin typeface="Calibri"/>
                <a:ea typeface="Calibri"/>
                <a:cs typeface="Calibri"/>
                <a:sym typeface="Calibri"/>
              </a:rPr>
              <a:t>2</a:t>
            </a:r>
            <a:r>
              <a:rPr lang="en-US" sz="3600" b="0" i="0" u="none" strike="noStrike" cap="none">
                <a:solidFill>
                  <a:srgbClr val="000000"/>
                </a:solidFill>
                <a:latin typeface="Calibri"/>
                <a:ea typeface="Calibri"/>
                <a:cs typeface="Calibri"/>
                <a:sym typeface="Calibri"/>
              </a:rPr>
              <a:t> - 6 λ +1</a:t>
            </a:r>
            <a:endParaRPr sz="3600" b="0" i="0" u="none" strike="noStrike" cap="none">
              <a:solidFill>
                <a:srgbClr val="000000"/>
              </a:solidFill>
              <a:latin typeface="Calibri"/>
              <a:ea typeface="Calibri"/>
              <a:cs typeface="Calibri"/>
              <a:sym typeface="Calibri"/>
            </a:endParaRPr>
          </a:p>
        </p:txBody>
      </p:sp>
      <p:sp>
        <p:nvSpPr>
          <p:cNvPr id="1675" name="Google Shape;1675;p362"/>
          <p:cNvSpPr/>
          <p:nvPr/>
        </p:nvSpPr>
        <p:spPr>
          <a:xfrm>
            <a:off x="1072663" y="4776910"/>
            <a:ext cx="9944100" cy="152106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Now, to find the eigen values, we will calculate the roots of the characteristic polynomial.</a:t>
            </a:r>
            <a:endParaRPr sz="2000" b="0" i="0" u="none" strike="noStrike" cap="none">
              <a:solidFill>
                <a:srgbClr val="000000"/>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680"/>
        <p:cNvGrpSpPr/>
        <p:nvPr/>
      </p:nvGrpSpPr>
      <p:grpSpPr>
        <a:xfrm>
          <a:off x="0" y="0"/>
          <a:ext cx="0" cy="0"/>
          <a:chOff x="0" y="0"/>
          <a:chExt cx="0" cy="0"/>
        </a:xfrm>
      </p:grpSpPr>
      <p:sp>
        <p:nvSpPr>
          <p:cNvPr id="1681" name="Google Shape;1681;p363"/>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Eigen Values</a:t>
            </a:r>
            <a:endParaRPr/>
          </a:p>
        </p:txBody>
      </p:sp>
      <p:grpSp>
        <p:nvGrpSpPr>
          <p:cNvPr id="1682" name="Google Shape;1682;p363"/>
          <p:cNvGrpSpPr/>
          <p:nvPr/>
        </p:nvGrpSpPr>
        <p:grpSpPr>
          <a:xfrm>
            <a:off x="1270022" y="1340824"/>
            <a:ext cx="2611315" cy="2110159"/>
            <a:chOff x="4423877" y="3182812"/>
            <a:chExt cx="2611315" cy="2593731"/>
          </a:xfrm>
        </p:grpSpPr>
        <p:sp>
          <p:nvSpPr>
            <p:cNvPr id="1683" name="Google Shape;1683;p363"/>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684" name="Google Shape;1684;p363"/>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685" name="Google Shape;1685;p363"/>
          <p:cNvGraphicFramePr/>
          <p:nvPr/>
        </p:nvGraphicFramePr>
        <p:xfrm>
          <a:off x="1525974" y="1502832"/>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5</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1686" name="Google Shape;1686;p363"/>
          <p:cNvSpPr/>
          <p:nvPr/>
        </p:nvSpPr>
        <p:spPr>
          <a:xfrm>
            <a:off x="5090748" y="1226524"/>
            <a:ext cx="6279416" cy="291465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600" b="0" i="0" u="none" strike="noStrike" cap="none">
                <a:solidFill>
                  <a:srgbClr val="000000"/>
                </a:solidFill>
                <a:latin typeface="Calibri"/>
                <a:ea typeface="Calibri"/>
                <a:cs typeface="Calibri"/>
                <a:sym typeface="Calibri"/>
              </a:rPr>
              <a:t>f(λ ) = λ</a:t>
            </a:r>
            <a:r>
              <a:rPr lang="en-US" sz="3600" b="0" i="0" u="none" strike="noStrike" cap="none" baseline="30000">
                <a:solidFill>
                  <a:srgbClr val="000000"/>
                </a:solidFill>
                <a:latin typeface="Calibri"/>
                <a:ea typeface="Calibri"/>
                <a:cs typeface="Calibri"/>
                <a:sym typeface="Calibri"/>
              </a:rPr>
              <a:t>2</a:t>
            </a:r>
            <a:r>
              <a:rPr lang="en-US" sz="3600" b="0" i="0" u="none" strike="noStrike" cap="none">
                <a:solidFill>
                  <a:srgbClr val="000000"/>
                </a:solidFill>
                <a:latin typeface="Calibri"/>
                <a:ea typeface="Calibri"/>
                <a:cs typeface="Calibri"/>
                <a:sym typeface="Calibri"/>
              </a:rPr>
              <a:t> - 6 λ +1</a:t>
            </a:r>
            <a:endParaRPr/>
          </a:p>
          <a:p>
            <a:pPr marL="0" marR="0" lvl="0" indent="0" algn="ctr" rtl="0">
              <a:lnSpc>
                <a:spcPct val="100000"/>
              </a:lnSpc>
              <a:spcBef>
                <a:spcPts val="0"/>
              </a:spcBef>
              <a:spcAft>
                <a:spcPts val="0"/>
              </a:spcAft>
              <a:buNone/>
            </a:pPr>
            <a:r>
              <a:rPr lang="en-US" sz="3600" b="0" i="0" u="none" strike="noStrike" cap="none">
                <a:solidFill>
                  <a:srgbClr val="000000"/>
                </a:solidFill>
                <a:latin typeface="Calibri"/>
                <a:ea typeface="Calibri"/>
                <a:cs typeface="Calibri"/>
                <a:sym typeface="Calibri"/>
              </a:rPr>
              <a:t>-&gt; λ</a:t>
            </a:r>
            <a:r>
              <a:rPr lang="en-US" sz="3600" b="0" i="0" u="none" strike="noStrike" cap="none" baseline="30000">
                <a:solidFill>
                  <a:srgbClr val="000000"/>
                </a:solidFill>
                <a:latin typeface="Calibri"/>
                <a:ea typeface="Calibri"/>
                <a:cs typeface="Calibri"/>
                <a:sym typeface="Calibri"/>
              </a:rPr>
              <a:t>2</a:t>
            </a:r>
            <a:r>
              <a:rPr lang="en-US" sz="3600" b="0" i="0" u="none" strike="noStrike" cap="none">
                <a:solidFill>
                  <a:srgbClr val="000000"/>
                </a:solidFill>
                <a:latin typeface="Calibri"/>
                <a:ea typeface="Calibri"/>
                <a:cs typeface="Calibri"/>
                <a:sym typeface="Calibri"/>
              </a:rPr>
              <a:t> - 6 λ +1 = 0</a:t>
            </a:r>
            <a:endParaRPr/>
          </a:p>
          <a:p>
            <a:pPr marL="0" marR="0" lvl="0" indent="0" algn="ctr" rtl="0">
              <a:lnSpc>
                <a:spcPct val="100000"/>
              </a:lnSpc>
              <a:spcBef>
                <a:spcPts val="0"/>
              </a:spcBef>
              <a:spcAft>
                <a:spcPts val="0"/>
              </a:spcAft>
              <a:buNone/>
            </a:pPr>
            <a:r>
              <a:rPr lang="en-US" sz="2000" b="0" i="0" u="none" strike="noStrike" cap="none">
                <a:solidFill>
                  <a:srgbClr val="000000"/>
                </a:solidFill>
                <a:latin typeface="Calibri"/>
                <a:ea typeface="Calibri"/>
                <a:cs typeface="Calibri"/>
                <a:sym typeface="Calibri"/>
              </a:rPr>
              <a:t>Using the quadratic formula, we can get the roots of the equation as </a:t>
            </a:r>
            <a:r>
              <a:rPr lang="en-US" sz="2000" b="1" i="0" u="none" strike="noStrike" cap="none">
                <a:solidFill>
                  <a:srgbClr val="000000"/>
                </a:solidFill>
                <a:latin typeface="Calibri"/>
                <a:ea typeface="Calibri"/>
                <a:cs typeface="Calibri"/>
                <a:sym typeface="Calibri"/>
              </a:rPr>
              <a:t>3 + 2</a:t>
            </a:r>
            <a:r>
              <a:rPr lang="en-US" sz="2000" b="1" i="0" u="none" strike="noStrike" cap="none">
                <a:solidFill>
                  <a:srgbClr val="000000"/>
                </a:solidFill>
                <a:latin typeface="Arial"/>
                <a:ea typeface="Arial"/>
                <a:cs typeface="Arial"/>
                <a:sym typeface="Arial"/>
              </a:rPr>
              <a:t>√2 and </a:t>
            </a:r>
            <a:r>
              <a:rPr lang="en-US" sz="2000" b="1" i="0" u="none" strike="noStrike" cap="none">
                <a:solidFill>
                  <a:srgbClr val="000000"/>
                </a:solidFill>
                <a:latin typeface="Calibri"/>
                <a:ea typeface="Calibri"/>
                <a:cs typeface="Calibri"/>
                <a:sym typeface="Calibri"/>
              </a:rPr>
              <a:t>3 - 2</a:t>
            </a:r>
            <a:r>
              <a:rPr lang="en-US" sz="2000" b="1" i="0" u="none" strike="noStrike" cap="none">
                <a:solidFill>
                  <a:srgbClr val="000000"/>
                </a:solidFill>
                <a:latin typeface="Arial"/>
                <a:ea typeface="Arial"/>
                <a:cs typeface="Arial"/>
                <a:sym typeface="Arial"/>
              </a:rPr>
              <a:t>√2</a:t>
            </a:r>
            <a:r>
              <a:rPr lang="en-US" sz="2000" b="0" i="0" u="none" strike="noStrike" cap="none">
                <a:solidFill>
                  <a:srgbClr val="000000"/>
                </a:solidFill>
                <a:latin typeface="Arial"/>
                <a:ea typeface="Arial"/>
                <a:cs typeface="Arial"/>
                <a:sym typeface="Arial"/>
              </a:rPr>
              <a:t>.  </a:t>
            </a:r>
            <a:endParaRPr sz="2000" b="0" i="0" u="none" strike="noStrike" cap="none">
              <a:solidFill>
                <a:srgbClr val="000000"/>
              </a:solidFill>
              <a:latin typeface="Calibri"/>
              <a:ea typeface="Calibri"/>
              <a:cs typeface="Calibri"/>
              <a:sym typeface="Calibri"/>
            </a:endParaRPr>
          </a:p>
        </p:txBody>
      </p:sp>
      <p:sp>
        <p:nvSpPr>
          <p:cNvPr id="1687" name="Google Shape;1687;p363"/>
          <p:cNvSpPr/>
          <p:nvPr/>
        </p:nvSpPr>
        <p:spPr>
          <a:xfrm>
            <a:off x="1072663" y="4776910"/>
            <a:ext cx="9944100" cy="152106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dirty="0">
                <a:solidFill>
                  <a:srgbClr val="000000"/>
                </a:solidFill>
                <a:latin typeface="Calibri"/>
                <a:ea typeface="Calibri"/>
                <a:cs typeface="Calibri"/>
                <a:sym typeface="Calibri"/>
              </a:rPr>
              <a:t>Therefore, the Eigen values for the given matrix are </a:t>
            </a:r>
            <a:r>
              <a:rPr lang="en-US" sz="2000" b="1" i="0" u="none" strike="noStrike" cap="none" dirty="0">
                <a:solidFill>
                  <a:srgbClr val="000000"/>
                </a:solidFill>
                <a:latin typeface="Calibri"/>
                <a:ea typeface="Calibri"/>
                <a:cs typeface="Calibri"/>
                <a:sym typeface="Calibri"/>
              </a:rPr>
              <a:t>3 + 2</a:t>
            </a:r>
            <a:r>
              <a:rPr lang="en-US" sz="2000" b="1" i="0" u="none" strike="noStrike" cap="none" dirty="0">
                <a:solidFill>
                  <a:srgbClr val="000000"/>
                </a:solidFill>
                <a:latin typeface="Arial"/>
                <a:ea typeface="Arial"/>
                <a:cs typeface="Arial"/>
                <a:sym typeface="Arial"/>
              </a:rPr>
              <a:t>√2 and </a:t>
            </a:r>
            <a:r>
              <a:rPr lang="en-US" sz="2000" b="1" i="0" u="none" strike="noStrike" cap="none" dirty="0">
                <a:solidFill>
                  <a:srgbClr val="000000"/>
                </a:solidFill>
                <a:latin typeface="Calibri"/>
                <a:ea typeface="Calibri"/>
                <a:cs typeface="Calibri"/>
                <a:sym typeface="Calibri"/>
              </a:rPr>
              <a:t>3 - 2</a:t>
            </a:r>
            <a:r>
              <a:rPr lang="en-US" sz="2000" b="1" i="0" u="none" strike="noStrike" cap="none" dirty="0">
                <a:solidFill>
                  <a:srgbClr val="000000"/>
                </a:solidFill>
                <a:latin typeface="Arial"/>
                <a:ea typeface="Arial"/>
                <a:cs typeface="Arial"/>
                <a:sym typeface="Arial"/>
              </a:rPr>
              <a:t>√2</a:t>
            </a:r>
            <a:r>
              <a:rPr lang="en-US" sz="2000" b="0" i="0" u="none" strike="noStrike" cap="none" dirty="0">
                <a:solidFill>
                  <a:srgbClr val="000000"/>
                </a:solidFill>
                <a:latin typeface="Calibri"/>
                <a:ea typeface="Calibri"/>
                <a:cs typeface="Calibri"/>
                <a:sym typeface="Calibri"/>
              </a:rPr>
              <a:t> </a:t>
            </a:r>
            <a:endParaRPr sz="2000" b="0" i="0" u="none" strike="noStrike" cap="none" dirty="0">
              <a:solidFill>
                <a:srgbClr val="000000"/>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1693" name="Google Shape;1693;p364"/>
          <p:cNvSpPr txBox="1"/>
          <p:nvPr/>
        </p:nvSpPr>
        <p:spPr>
          <a:xfrm>
            <a:off x="433331" y="168671"/>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Eigen Vectors </a:t>
            </a:r>
            <a:endParaRPr sz="3200" b="1" i="0" u="none" strike="noStrike" cap="none">
              <a:solidFill>
                <a:srgbClr val="604878"/>
              </a:solidFill>
              <a:latin typeface="Raleway Light"/>
              <a:ea typeface="Raleway Light"/>
              <a:cs typeface="Raleway Light"/>
              <a:sym typeface="Raleway Light"/>
            </a:endParaRPr>
          </a:p>
        </p:txBody>
      </p:sp>
      <p:grpSp>
        <p:nvGrpSpPr>
          <p:cNvPr id="1694" name="Google Shape;1694;p364"/>
          <p:cNvGrpSpPr/>
          <p:nvPr/>
        </p:nvGrpSpPr>
        <p:grpSpPr>
          <a:xfrm>
            <a:off x="1270022" y="1340824"/>
            <a:ext cx="2611315" cy="2110159"/>
            <a:chOff x="4423877" y="3182812"/>
            <a:chExt cx="2611315" cy="2593731"/>
          </a:xfrm>
        </p:grpSpPr>
        <p:sp>
          <p:nvSpPr>
            <p:cNvPr id="1695" name="Google Shape;1695;p36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696" name="Google Shape;1696;p36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697" name="Google Shape;1697;p364"/>
          <p:cNvGraphicFramePr/>
          <p:nvPr/>
        </p:nvGraphicFramePr>
        <p:xfrm>
          <a:off x="1525974" y="1502832"/>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5</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1698" name="Google Shape;1698;p364"/>
          <p:cNvSpPr/>
          <p:nvPr/>
        </p:nvSpPr>
        <p:spPr>
          <a:xfrm>
            <a:off x="5090748" y="1226525"/>
            <a:ext cx="6279416" cy="1921122"/>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Calibri"/>
                <a:ea typeface="Calibri"/>
                <a:cs typeface="Calibri"/>
                <a:sym typeface="Calibri"/>
              </a:rPr>
              <a:t>Now to calculate the Eigen vectors, we will do the following:</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alibri"/>
                <a:ea typeface="Calibri"/>
                <a:cs typeface="Calibri"/>
                <a:sym typeface="Calibri"/>
              </a:rPr>
              <a:t>1. We will use the equation, </a:t>
            </a:r>
            <a:r>
              <a:rPr lang="en-US" sz="2000" b="1" i="0" u="none" strike="noStrike" cap="none">
                <a:solidFill>
                  <a:srgbClr val="000000"/>
                </a:solidFill>
                <a:latin typeface="Calibri"/>
                <a:ea typeface="Calibri"/>
                <a:cs typeface="Calibri"/>
                <a:sym typeface="Calibri"/>
              </a:rPr>
              <a:t>Av = λv </a:t>
            </a:r>
            <a:r>
              <a:rPr lang="en-US" sz="2000" b="0" i="0" u="none" strike="noStrike" cap="none">
                <a:solidFill>
                  <a:srgbClr val="000000"/>
                </a:solidFill>
                <a:latin typeface="Calibri"/>
                <a:ea typeface="Calibri"/>
                <a:cs typeface="Calibri"/>
                <a:sym typeface="Calibri"/>
              </a:rPr>
              <a:t>where v is the eigen vector. </a:t>
            </a:r>
            <a:endParaRPr sz="1200" b="0" i="0" u="none" strike="noStrike" cap="none">
              <a:solidFill>
                <a:srgbClr val="000000"/>
              </a:solidFill>
              <a:latin typeface="Calibri"/>
              <a:ea typeface="Calibri"/>
              <a:cs typeface="Calibri"/>
              <a:sym typeface="Calibri"/>
            </a:endParaRPr>
          </a:p>
        </p:txBody>
      </p:sp>
      <p:grpSp>
        <p:nvGrpSpPr>
          <p:cNvPr id="1699" name="Google Shape;1699;p364"/>
          <p:cNvGrpSpPr/>
          <p:nvPr/>
        </p:nvGrpSpPr>
        <p:grpSpPr>
          <a:xfrm>
            <a:off x="883161" y="3867148"/>
            <a:ext cx="2611315" cy="2110159"/>
            <a:chOff x="4423877" y="3182812"/>
            <a:chExt cx="2611315" cy="2593731"/>
          </a:xfrm>
        </p:grpSpPr>
        <p:sp>
          <p:nvSpPr>
            <p:cNvPr id="1700" name="Google Shape;1700;p364"/>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701" name="Google Shape;1701;p364"/>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702" name="Google Shape;1702;p364"/>
          <p:cNvGraphicFramePr/>
          <p:nvPr/>
        </p:nvGraphicFramePr>
        <p:xfrm>
          <a:off x="1139113" y="4029156"/>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5</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1703" name="Google Shape;1703;p364"/>
          <p:cNvGraphicFramePr/>
          <p:nvPr/>
        </p:nvGraphicFramePr>
        <p:xfrm>
          <a:off x="4300417" y="4042345"/>
          <a:ext cx="790325" cy="1759750"/>
        </p:xfrm>
        <a:graphic>
          <a:graphicData uri="http://schemas.openxmlformats.org/drawingml/2006/table">
            <a:tbl>
              <a:tblPr firstRow="1" bandRow="1">
                <a:noFill/>
                <a:tableStyleId>{F70B0D8F-0185-44C2-A38C-8BAEE8BBAAC8}</a:tableStyleId>
              </a:tblPr>
              <a:tblGrid>
                <a:gridCol w="790325">
                  <a:extLst>
                    <a:ext uri="{9D8B030D-6E8A-4147-A177-3AD203B41FA5}">
                      <a16:colId xmlns:a16="http://schemas.microsoft.com/office/drawing/2014/main" val="20000"/>
                    </a:ext>
                  </a:extLst>
                </a:gridCol>
              </a:tblGrid>
              <a:tr h="879875">
                <a:tc>
                  <a:txBody>
                    <a:bodyPr/>
                    <a:lstStyle/>
                    <a:p>
                      <a:pPr marL="0" marR="0" lvl="0" indent="0" algn="ctr" rtl="0">
                        <a:lnSpc>
                          <a:spcPct val="100000"/>
                        </a:lnSpc>
                        <a:spcBef>
                          <a:spcPts val="0"/>
                        </a:spcBef>
                        <a:spcAft>
                          <a:spcPts val="0"/>
                        </a:spcAft>
                        <a:buNone/>
                      </a:pPr>
                      <a:r>
                        <a:rPr lang="en-US" sz="3600" b="1" u="none" strike="noStrike" cap="none"/>
                        <a:t>X</a:t>
                      </a:r>
                      <a:endParaRPr sz="3600" b="1" u="none" strike="noStrike" cap="none"/>
                    </a:p>
                  </a:txBody>
                  <a:tcPr marL="91450" marR="91450" marT="45725" marB="45725" anchor="ctr"/>
                </a:tc>
                <a:extLst>
                  <a:ext uri="{0D108BD9-81ED-4DB2-BD59-A6C34878D82A}">
                    <a16:rowId xmlns:a16="http://schemas.microsoft.com/office/drawing/2014/main" val="10000"/>
                  </a:ext>
                </a:extLst>
              </a:tr>
              <a:tr h="879875">
                <a:tc>
                  <a:txBody>
                    <a:bodyPr/>
                    <a:lstStyle/>
                    <a:p>
                      <a:pPr marL="0" marR="0" lvl="0" indent="0" algn="ctr" rtl="0">
                        <a:lnSpc>
                          <a:spcPct val="100000"/>
                        </a:lnSpc>
                        <a:spcBef>
                          <a:spcPts val="0"/>
                        </a:spcBef>
                        <a:spcAft>
                          <a:spcPts val="0"/>
                        </a:spcAft>
                        <a:buNone/>
                      </a:pPr>
                      <a:r>
                        <a:rPr lang="en-US" sz="3600" b="1" u="none" strike="noStrike" cap="none"/>
                        <a:t>Y</a:t>
                      </a:r>
                      <a:endParaRPr sz="3600" b="1" u="none" strike="noStrike" cap="none"/>
                    </a:p>
                  </a:txBody>
                  <a:tcPr marL="91450" marR="91450" marT="45725" marB="45725" anchor="ctr"/>
                </a:tc>
                <a:extLst>
                  <a:ext uri="{0D108BD9-81ED-4DB2-BD59-A6C34878D82A}">
                    <a16:rowId xmlns:a16="http://schemas.microsoft.com/office/drawing/2014/main" val="10001"/>
                  </a:ext>
                </a:extLst>
              </a:tr>
            </a:tbl>
          </a:graphicData>
        </a:graphic>
      </p:graphicFrame>
      <p:grpSp>
        <p:nvGrpSpPr>
          <p:cNvPr id="1704" name="Google Shape;1704;p364"/>
          <p:cNvGrpSpPr/>
          <p:nvPr/>
        </p:nvGrpSpPr>
        <p:grpSpPr>
          <a:xfrm>
            <a:off x="4109937" y="3867148"/>
            <a:ext cx="1257300" cy="2110159"/>
            <a:chOff x="4652477" y="3182812"/>
            <a:chExt cx="1257300" cy="2593731"/>
          </a:xfrm>
        </p:grpSpPr>
        <p:sp>
          <p:nvSpPr>
            <p:cNvPr id="1705" name="Google Shape;1705;p364"/>
            <p:cNvSpPr/>
            <p:nvPr/>
          </p:nvSpPr>
          <p:spPr>
            <a:xfrm>
              <a:off x="46524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706" name="Google Shape;1706;p364"/>
            <p:cNvSpPr/>
            <p:nvPr/>
          </p:nvSpPr>
          <p:spPr>
            <a:xfrm>
              <a:off x="5522916"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707" name="Google Shape;1707;p364"/>
          <p:cNvGraphicFramePr/>
          <p:nvPr/>
        </p:nvGraphicFramePr>
        <p:xfrm>
          <a:off x="8529517" y="4042344"/>
          <a:ext cx="790325" cy="1759750"/>
        </p:xfrm>
        <a:graphic>
          <a:graphicData uri="http://schemas.openxmlformats.org/drawingml/2006/table">
            <a:tbl>
              <a:tblPr firstRow="1" bandRow="1">
                <a:noFill/>
                <a:tableStyleId>{F70B0D8F-0185-44C2-A38C-8BAEE8BBAAC8}</a:tableStyleId>
              </a:tblPr>
              <a:tblGrid>
                <a:gridCol w="790325">
                  <a:extLst>
                    <a:ext uri="{9D8B030D-6E8A-4147-A177-3AD203B41FA5}">
                      <a16:colId xmlns:a16="http://schemas.microsoft.com/office/drawing/2014/main" val="20000"/>
                    </a:ext>
                  </a:extLst>
                </a:gridCol>
              </a:tblGrid>
              <a:tr h="879875">
                <a:tc>
                  <a:txBody>
                    <a:bodyPr/>
                    <a:lstStyle/>
                    <a:p>
                      <a:pPr marL="0" marR="0" lvl="0" indent="0" algn="ctr" rtl="0">
                        <a:lnSpc>
                          <a:spcPct val="100000"/>
                        </a:lnSpc>
                        <a:spcBef>
                          <a:spcPts val="0"/>
                        </a:spcBef>
                        <a:spcAft>
                          <a:spcPts val="0"/>
                        </a:spcAft>
                        <a:buNone/>
                      </a:pPr>
                      <a:r>
                        <a:rPr lang="en-US" sz="3600" b="1" u="none" strike="noStrike" cap="none"/>
                        <a:t>X</a:t>
                      </a:r>
                      <a:endParaRPr sz="3600" b="1" u="none" strike="noStrike" cap="none"/>
                    </a:p>
                  </a:txBody>
                  <a:tcPr marL="91450" marR="91450" marT="45725" marB="45725" anchor="ctr"/>
                </a:tc>
                <a:extLst>
                  <a:ext uri="{0D108BD9-81ED-4DB2-BD59-A6C34878D82A}">
                    <a16:rowId xmlns:a16="http://schemas.microsoft.com/office/drawing/2014/main" val="10000"/>
                  </a:ext>
                </a:extLst>
              </a:tr>
              <a:tr h="879875">
                <a:tc>
                  <a:txBody>
                    <a:bodyPr/>
                    <a:lstStyle/>
                    <a:p>
                      <a:pPr marL="0" marR="0" lvl="0" indent="0" algn="ctr" rtl="0">
                        <a:lnSpc>
                          <a:spcPct val="100000"/>
                        </a:lnSpc>
                        <a:spcBef>
                          <a:spcPts val="0"/>
                        </a:spcBef>
                        <a:spcAft>
                          <a:spcPts val="0"/>
                        </a:spcAft>
                        <a:buNone/>
                      </a:pPr>
                      <a:r>
                        <a:rPr lang="en-US" sz="3600" b="1" u="none" strike="noStrike" cap="none"/>
                        <a:t>Y</a:t>
                      </a:r>
                      <a:endParaRPr sz="3600" b="1" u="none" strike="noStrike" cap="none"/>
                    </a:p>
                  </a:txBody>
                  <a:tcPr marL="91450" marR="91450" marT="45725" marB="45725" anchor="ctr"/>
                </a:tc>
                <a:extLst>
                  <a:ext uri="{0D108BD9-81ED-4DB2-BD59-A6C34878D82A}">
                    <a16:rowId xmlns:a16="http://schemas.microsoft.com/office/drawing/2014/main" val="10001"/>
                  </a:ext>
                </a:extLst>
              </a:tr>
            </a:tbl>
          </a:graphicData>
        </a:graphic>
      </p:graphicFrame>
      <p:grpSp>
        <p:nvGrpSpPr>
          <p:cNvPr id="1708" name="Google Shape;1708;p364"/>
          <p:cNvGrpSpPr/>
          <p:nvPr/>
        </p:nvGrpSpPr>
        <p:grpSpPr>
          <a:xfrm>
            <a:off x="8339037" y="3867147"/>
            <a:ext cx="1257300" cy="2110159"/>
            <a:chOff x="4652477" y="3182812"/>
            <a:chExt cx="1257300" cy="2593731"/>
          </a:xfrm>
        </p:grpSpPr>
        <p:sp>
          <p:nvSpPr>
            <p:cNvPr id="1709" name="Google Shape;1709;p364"/>
            <p:cNvSpPr/>
            <p:nvPr/>
          </p:nvSpPr>
          <p:spPr>
            <a:xfrm>
              <a:off x="46524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710" name="Google Shape;1710;p364"/>
            <p:cNvSpPr/>
            <p:nvPr/>
          </p:nvSpPr>
          <p:spPr>
            <a:xfrm>
              <a:off x="5522916"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711" name="Google Shape;1711;p364"/>
          <p:cNvSpPr/>
          <p:nvPr/>
        </p:nvSpPr>
        <p:spPr>
          <a:xfrm>
            <a:off x="5652870" y="4532434"/>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712" name="Google Shape;1712;p364"/>
          <p:cNvSpPr txBox="1"/>
          <p:nvPr/>
        </p:nvSpPr>
        <p:spPr>
          <a:xfrm>
            <a:off x="7473461" y="4536734"/>
            <a:ext cx="86557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600" b="1" i="0" u="none" strike="noStrike" cap="none">
                <a:solidFill>
                  <a:srgbClr val="000000"/>
                </a:solidFill>
                <a:latin typeface="Calibri"/>
                <a:ea typeface="Calibri"/>
                <a:cs typeface="Calibri"/>
                <a:sym typeface="Calibri"/>
              </a:rPr>
              <a:t>λ  .</a:t>
            </a:r>
            <a:endParaRPr sz="36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717"/>
        <p:cNvGrpSpPr/>
        <p:nvPr/>
      </p:nvGrpSpPr>
      <p:grpSpPr>
        <a:xfrm>
          <a:off x="0" y="0"/>
          <a:ext cx="0" cy="0"/>
          <a:chOff x="0" y="0"/>
          <a:chExt cx="0" cy="0"/>
        </a:xfrm>
      </p:grpSpPr>
      <p:sp>
        <p:nvSpPr>
          <p:cNvPr id="1718" name="Google Shape;1718;p365"/>
          <p:cNvSpPr txBox="1"/>
          <p:nvPr/>
        </p:nvSpPr>
        <p:spPr>
          <a:xfrm>
            <a:off x="433331" y="168671"/>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Eigen Vectors </a:t>
            </a:r>
            <a:endParaRPr sz="3200" b="1" i="0" u="none" strike="noStrike" cap="none">
              <a:solidFill>
                <a:srgbClr val="604878"/>
              </a:solidFill>
              <a:latin typeface="Raleway Light"/>
              <a:ea typeface="Raleway Light"/>
              <a:cs typeface="Raleway Light"/>
              <a:sym typeface="Raleway Light"/>
            </a:endParaRPr>
          </a:p>
        </p:txBody>
      </p:sp>
      <p:grpSp>
        <p:nvGrpSpPr>
          <p:cNvPr id="1719" name="Google Shape;1719;p365"/>
          <p:cNvGrpSpPr/>
          <p:nvPr/>
        </p:nvGrpSpPr>
        <p:grpSpPr>
          <a:xfrm>
            <a:off x="1656884" y="1308587"/>
            <a:ext cx="2611315" cy="2110159"/>
            <a:chOff x="4423877" y="3182812"/>
            <a:chExt cx="2611315" cy="2593731"/>
          </a:xfrm>
        </p:grpSpPr>
        <p:sp>
          <p:nvSpPr>
            <p:cNvPr id="1720" name="Google Shape;1720;p365"/>
            <p:cNvSpPr/>
            <p:nvPr/>
          </p:nvSpPr>
          <p:spPr>
            <a:xfrm>
              <a:off x="44238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721" name="Google Shape;1721;p365"/>
            <p:cNvSpPr/>
            <p:nvPr/>
          </p:nvSpPr>
          <p:spPr>
            <a:xfrm>
              <a:off x="6648331"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722" name="Google Shape;1722;p365"/>
          <p:cNvGraphicFramePr/>
          <p:nvPr/>
        </p:nvGraphicFramePr>
        <p:xfrm>
          <a:off x="1912836" y="1470595"/>
          <a:ext cx="2161950" cy="1786150"/>
        </p:xfrm>
        <a:graphic>
          <a:graphicData uri="http://schemas.openxmlformats.org/drawingml/2006/table">
            <a:tbl>
              <a:tblPr firstRow="1" bandRow="1">
                <a:noFill/>
                <a:tableStyleId>{F70B0D8F-0185-44C2-A38C-8BAEE8BBAAC8}</a:tableStyleId>
              </a:tblPr>
              <a:tblGrid>
                <a:gridCol w="1080975">
                  <a:extLst>
                    <a:ext uri="{9D8B030D-6E8A-4147-A177-3AD203B41FA5}">
                      <a16:colId xmlns:a16="http://schemas.microsoft.com/office/drawing/2014/main" val="20000"/>
                    </a:ext>
                  </a:extLst>
                </a:gridCol>
                <a:gridCol w="1080975">
                  <a:extLst>
                    <a:ext uri="{9D8B030D-6E8A-4147-A177-3AD203B41FA5}">
                      <a16:colId xmlns:a16="http://schemas.microsoft.com/office/drawing/2014/main" val="20001"/>
                    </a:ext>
                  </a:extLst>
                </a:gridCol>
              </a:tblGrid>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5</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893075">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2</a:t>
                      </a:r>
                      <a:endParaRPr sz="3600" b="1" i="0" u="none" strike="noStrike" cap="none">
                        <a:solidFill>
                          <a:schemeClr val="dk1"/>
                        </a:solidFill>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3600" b="1" i="0" u="none" strike="noStrike" cap="none">
                          <a:solidFill>
                            <a:schemeClr val="dk1"/>
                          </a:solidFill>
                        </a:rPr>
                        <a:t>1</a:t>
                      </a:r>
                      <a:endParaRPr sz="3600" b="1" i="0" u="none" strike="noStrike" cap="none">
                        <a:solidFill>
                          <a:schemeClr val="dk1"/>
                        </a:solidFill>
                      </a:endParaRPr>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1723" name="Google Shape;1723;p365"/>
          <p:cNvGraphicFramePr/>
          <p:nvPr/>
        </p:nvGraphicFramePr>
        <p:xfrm>
          <a:off x="5074140" y="1483784"/>
          <a:ext cx="790325" cy="1759750"/>
        </p:xfrm>
        <a:graphic>
          <a:graphicData uri="http://schemas.openxmlformats.org/drawingml/2006/table">
            <a:tbl>
              <a:tblPr firstRow="1" bandRow="1">
                <a:noFill/>
                <a:tableStyleId>{F70B0D8F-0185-44C2-A38C-8BAEE8BBAAC8}</a:tableStyleId>
              </a:tblPr>
              <a:tblGrid>
                <a:gridCol w="790325">
                  <a:extLst>
                    <a:ext uri="{9D8B030D-6E8A-4147-A177-3AD203B41FA5}">
                      <a16:colId xmlns:a16="http://schemas.microsoft.com/office/drawing/2014/main" val="20000"/>
                    </a:ext>
                  </a:extLst>
                </a:gridCol>
              </a:tblGrid>
              <a:tr h="879875">
                <a:tc>
                  <a:txBody>
                    <a:bodyPr/>
                    <a:lstStyle/>
                    <a:p>
                      <a:pPr marL="0" marR="0" lvl="0" indent="0" algn="ctr" rtl="0">
                        <a:lnSpc>
                          <a:spcPct val="100000"/>
                        </a:lnSpc>
                        <a:spcBef>
                          <a:spcPts val="0"/>
                        </a:spcBef>
                        <a:spcAft>
                          <a:spcPts val="0"/>
                        </a:spcAft>
                        <a:buNone/>
                      </a:pPr>
                      <a:r>
                        <a:rPr lang="en-US" sz="3600" b="1" u="none" strike="noStrike" cap="none"/>
                        <a:t>X</a:t>
                      </a:r>
                      <a:endParaRPr sz="3600" b="1" u="none" strike="noStrike" cap="none"/>
                    </a:p>
                  </a:txBody>
                  <a:tcPr marL="91450" marR="91450" marT="45725" marB="45725" anchor="ctr"/>
                </a:tc>
                <a:extLst>
                  <a:ext uri="{0D108BD9-81ED-4DB2-BD59-A6C34878D82A}">
                    <a16:rowId xmlns:a16="http://schemas.microsoft.com/office/drawing/2014/main" val="10000"/>
                  </a:ext>
                </a:extLst>
              </a:tr>
              <a:tr h="879875">
                <a:tc>
                  <a:txBody>
                    <a:bodyPr/>
                    <a:lstStyle/>
                    <a:p>
                      <a:pPr marL="0" marR="0" lvl="0" indent="0" algn="ctr" rtl="0">
                        <a:lnSpc>
                          <a:spcPct val="100000"/>
                        </a:lnSpc>
                        <a:spcBef>
                          <a:spcPts val="0"/>
                        </a:spcBef>
                        <a:spcAft>
                          <a:spcPts val="0"/>
                        </a:spcAft>
                        <a:buNone/>
                      </a:pPr>
                      <a:r>
                        <a:rPr lang="en-US" sz="3600" b="1" u="none" strike="noStrike" cap="none"/>
                        <a:t>Y</a:t>
                      </a:r>
                      <a:endParaRPr sz="3600" b="1" u="none" strike="noStrike" cap="none"/>
                    </a:p>
                  </a:txBody>
                  <a:tcPr marL="91450" marR="91450" marT="45725" marB="45725" anchor="ctr"/>
                </a:tc>
                <a:extLst>
                  <a:ext uri="{0D108BD9-81ED-4DB2-BD59-A6C34878D82A}">
                    <a16:rowId xmlns:a16="http://schemas.microsoft.com/office/drawing/2014/main" val="10001"/>
                  </a:ext>
                </a:extLst>
              </a:tr>
            </a:tbl>
          </a:graphicData>
        </a:graphic>
      </p:graphicFrame>
      <p:grpSp>
        <p:nvGrpSpPr>
          <p:cNvPr id="1724" name="Google Shape;1724;p365"/>
          <p:cNvGrpSpPr/>
          <p:nvPr/>
        </p:nvGrpSpPr>
        <p:grpSpPr>
          <a:xfrm>
            <a:off x="4883660" y="1308587"/>
            <a:ext cx="1257300" cy="2110159"/>
            <a:chOff x="4652477" y="3182812"/>
            <a:chExt cx="1257300" cy="2593731"/>
          </a:xfrm>
        </p:grpSpPr>
        <p:sp>
          <p:nvSpPr>
            <p:cNvPr id="1725" name="Google Shape;1725;p365"/>
            <p:cNvSpPr/>
            <p:nvPr/>
          </p:nvSpPr>
          <p:spPr>
            <a:xfrm>
              <a:off x="46524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726" name="Google Shape;1726;p365"/>
            <p:cNvSpPr/>
            <p:nvPr/>
          </p:nvSpPr>
          <p:spPr>
            <a:xfrm>
              <a:off x="5522916"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graphicFrame>
        <p:nvGraphicFramePr>
          <p:cNvPr id="1727" name="Google Shape;1727;p365"/>
          <p:cNvGraphicFramePr/>
          <p:nvPr/>
        </p:nvGraphicFramePr>
        <p:xfrm>
          <a:off x="9303240" y="1483783"/>
          <a:ext cx="790325" cy="1759750"/>
        </p:xfrm>
        <a:graphic>
          <a:graphicData uri="http://schemas.openxmlformats.org/drawingml/2006/table">
            <a:tbl>
              <a:tblPr firstRow="1" bandRow="1">
                <a:noFill/>
                <a:tableStyleId>{F70B0D8F-0185-44C2-A38C-8BAEE8BBAAC8}</a:tableStyleId>
              </a:tblPr>
              <a:tblGrid>
                <a:gridCol w="790325">
                  <a:extLst>
                    <a:ext uri="{9D8B030D-6E8A-4147-A177-3AD203B41FA5}">
                      <a16:colId xmlns:a16="http://schemas.microsoft.com/office/drawing/2014/main" val="20000"/>
                    </a:ext>
                  </a:extLst>
                </a:gridCol>
              </a:tblGrid>
              <a:tr h="879875">
                <a:tc>
                  <a:txBody>
                    <a:bodyPr/>
                    <a:lstStyle/>
                    <a:p>
                      <a:pPr marL="0" marR="0" lvl="0" indent="0" algn="ctr" rtl="0">
                        <a:lnSpc>
                          <a:spcPct val="100000"/>
                        </a:lnSpc>
                        <a:spcBef>
                          <a:spcPts val="0"/>
                        </a:spcBef>
                        <a:spcAft>
                          <a:spcPts val="0"/>
                        </a:spcAft>
                        <a:buNone/>
                      </a:pPr>
                      <a:r>
                        <a:rPr lang="en-US" sz="3600" b="1" u="none" strike="noStrike" cap="none"/>
                        <a:t>X</a:t>
                      </a:r>
                      <a:endParaRPr sz="3600" b="1" u="none" strike="noStrike" cap="none"/>
                    </a:p>
                  </a:txBody>
                  <a:tcPr marL="91450" marR="91450" marT="45725" marB="45725" anchor="ctr"/>
                </a:tc>
                <a:extLst>
                  <a:ext uri="{0D108BD9-81ED-4DB2-BD59-A6C34878D82A}">
                    <a16:rowId xmlns:a16="http://schemas.microsoft.com/office/drawing/2014/main" val="10000"/>
                  </a:ext>
                </a:extLst>
              </a:tr>
              <a:tr h="879875">
                <a:tc>
                  <a:txBody>
                    <a:bodyPr/>
                    <a:lstStyle/>
                    <a:p>
                      <a:pPr marL="0" marR="0" lvl="0" indent="0" algn="ctr" rtl="0">
                        <a:lnSpc>
                          <a:spcPct val="100000"/>
                        </a:lnSpc>
                        <a:spcBef>
                          <a:spcPts val="0"/>
                        </a:spcBef>
                        <a:spcAft>
                          <a:spcPts val="0"/>
                        </a:spcAft>
                        <a:buNone/>
                      </a:pPr>
                      <a:r>
                        <a:rPr lang="en-US" sz="3600" b="1" u="none" strike="noStrike" cap="none"/>
                        <a:t>Y</a:t>
                      </a:r>
                      <a:endParaRPr sz="3600" b="1" u="none" strike="noStrike" cap="none"/>
                    </a:p>
                  </a:txBody>
                  <a:tcPr marL="91450" marR="91450" marT="45725" marB="45725" anchor="ctr"/>
                </a:tc>
                <a:extLst>
                  <a:ext uri="{0D108BD9-81ED-4DB2-BD59-A6C34878D82A}">
                    <a16:rowId xmlns:a16="http://schemas.microsoft.com/office/drawing/2014/main" val="10001"/>
                  </a:ext>
                </a:extLst>
              </a:tr>
            </a:tbl>
          </a:graphicData>
        </a:graphic>
      </p:graphicFrame>
      <p:grpSp>
        <p:nvGrpSpPr>
          <p:cNvPr id="1728" name="Google Shape;1728;p365"/>
          <p:cNvGrpSpPr/>
          <p:nvPr/>
        </p:nvGrpSpPr>
        <p:grpSpPr>
          <a:xfrm>
            <a:off x="9112760" y="1308586"/>
            <a:ext cx="1257300" cy="2110159"/>
            <a:chOff x="4652477" y="3182812"/>
            <a:chExt cx="1257300" cy="2593731"/>
          </a:xfrm>
        </p:grpSpPr>
        <p:sp>
          <p:nvSpPr>
            <p:cNvPr id="1729" name="Google Shape;1729;p365"/>
            <p:cNvSpPr/>
            <p:nvPr/>
          </p:nvSpPr>
          <p:spPr>
            <a:xfrm>
              <a:off x="4652477" y="3182812"/>
              <a:ext cx="422031" cy="2593731"/>
            </a:xfrm>
            <a:prstGeom prst="lef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730" name="Google Shape;1730;p365"/>
            <p:cNvSpPr/>
            <p:nvPr/>
          </p:nvSpPr>
          <p:spPr>
            <a:xfrm>
              <a:off x="5522916" y="3182812"/>
              <a:ext cx="386861" cy="2593731"/>
            </a:xfrm>
            <a:prstGeom prst="rightBracket">
              <a:avLst>
                <a:gd name="adj" fmla="val 8333"/>
              </a:avLst>
            </a:prstGeom>
            <a:noFill/>
            <a:ln w="9525" cap="flat" cmpd="sng">
              <a:solidFill>
                <a:srgbClr val="EF7C0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1731" name="Google Shape;1731;p365"/>
          <p:cNvSpPr/>
          <p:nvPr/>
        </p:nvSpPr>
        <p:spPr>
          <a:xfrm>
            <a:off x="6426593" y="1973873"/>
            <a:ext cx="1155646" cy="650631"/>
          </a:xfrm>
          <a:prstGeom prst="mathEqual">
            <a:avLst>
              <a:gd name="adj1" fmla="val 23520"/>
              <a:gd name="adj2" fmla="val 11760"/>
            </a:avLst>
          </a:prstGeom>
          <a:solidFill>
            <a:schemeClr val="accent1"/>
          </a:solidFill>
          <a:ln w="25400" cap="flat" cmpd="sng">
            <a:solidFill>
              <a:srgbClr val="AF5C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732" name="Google Shape;1732;p365"/>
          <p:cNvSpPr txBox="1"/>
          <p:nvPr/>
        </p:nvSpPr>
        <p:spPr>
          <a:xfrm>
            <a:off x="8247184" y="1978173"/>
            <a:ext cx="86557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600" b="1" i="0" u="none" strike="noStrike" cap="none">
                <a:solidFill>
                  <a:srgbClr val="000000"/>
                </a:solidFill>
                <a:latin typeface="Calibri"/>
                <a:ea typeface="Calibri"/>
                <a:cs typeface="Calibri"/>
                <a:sym typeface="Calibri"/>
              </a:rPr>
              <a:t>λ  .</a:t>
            </a:r>
            <a:endParaRPr sz="3600" b="0" i="0" u="none" strike="noStrike" cap="none">
              <a:solidFill>
                <a:srgbClr val="000000"/>
              </a:solidFill>
              <a:latin typeface="Arial"/>
              <a:ea typeface="Arial"/>
              <a:cs typeface="Arial"/>
              <a:sym typeface="Arial"/>
            </a:endParaRPr>
          </a:p>
        </p:txBody>
      </p:sp>
      <p:sp>
        <p:nvSpPr>
          <p:cNvPr id="1733" name="Google Shape;1733;p365"/>
          <p:cNvSpPr/>
          <p:nvPr/>
        </p:nvSpPr>
        <p:spPr>
          <a:xfrm>
            <a:off x="1128490" y="4198325"/>
            <a:ext cx="10231171" cy="1921122"/>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Calibri"/>
                <a:ea typeface="Calibri"/>
                <a:cs typeface="Calibri"/>
                <a:sym typeface="Calibri"/>
              </a:rPr>
              <a:t>Using the equations that we get by solving the above equation for both the values of </a:t>
            </a:r>
            <a:r>
              <a:rPr lang="en-US" sz="2000" b="1" i="0" u="none" strike="noStrike" cap="none">
                <a:solidFill>
                  <a:srgbClr val="000000"/>
                </a:solidFill>
                <a:latin typeface="Calibri"/>
                <a:ea typeface="Calibri"/>
                <a:cs typeface="Calibri"/>
                <a:sym typeface="Calibri"/>
              </a:rPr>
              <a:t>λ, we will get the Eigen Vectors of the given matrix. </a:t>
            </a:r>
            <a:r>
              <a:rPr lang="en-US" sz="20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738"/>
        <p:cNvGrpSpPr/>
        <p:nvPr/>
      </p:nvGrpSpPr>
      <p:grpSpPr>
        <a:xfrm>
          <a:off x="0" y="0"/>
          <a:ext cx="0" cy="0"/>
          <a:chOff x="0" y="0"/>
          <a:chExt cx="0" cy="0"/>
        </a:xfrm>
      </p:grpSpPr>
      <p:sp>
        <p:nvSpPr>
          <p:cNvPr id="1739" name="Google Shape;1739;p366"/>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Hands on - Python</a:t>
            </a:r>
            <a:endParaRPr sz="1400" b="0" i="0" u="none" strike="noStrike" cap="none">
              <a:solidFill>
                <a:srgbClr val="000000"/>
              </a:solidFill>
              <a:latin typeface="Arial"/>
              <a:ea typeface="Arial"/>
              <a:cs typeface="Arial"/>
              <a:sym typeface="Arial"/>
            </a:endParaRPr>
          </a:p>
        </p:txBody>
      </p:sp>
      <p:sp>
        <p:nvSpPr>
          <p:cNvPr id="1740" name="Google Shape;1740;p366"/>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741" name="Google Shape;1741;p366"/>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742" name="Google Shape;1742;p366"/>
          <p:cNvSpPr txBox="1"/>
          <p:nvPr/>
        </p:nvSpPr>
        <p:spPr>
          <a:xfrm>
            <a:off x="8748346" y="1547454"/>
            <a:ext cx="182880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Output</a:t>
            </a:r>
            <a:endParaRPr sz="1800" b="1" i="0" u="none" strike="noStrike" cap="none">
              <a:solidFill>
                <a:srgbClr val="000000"/>
              </a:solidFill>
              <a:latin typeface="Arial"/>
              <a:ea typeface="Arial"/>
              <a:cs typeface="Arial"/>
              <a:sym typeface="Arial"/>
            </a:endParaRPr>
          </a:p>
        </p:txBody>
      </p:sp>
      <p:sp>
        <p:nvSpPr>
          <p:cNvPr id="1743" name="Google Shape;1743;p366"/>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In this example, we have used the numpy.linalg.eig() method to calculate the eigen values and eigen vectors of the given matrix M.</a:t>
            </a:r>
            <a:endParaRPr/>
          </a:p>
        </p:txBody>
      </p:sp>
      <p:pic>
        <p:nvPicPr>
          <p:cNvPr id="1744" name="Google Shape;1744;p366"/>
          <p:cNvPicPr preferRelativeResize="0"/>
          <p:nvPr/>
        </p:nvPicPr>
        <p:blipFill rotWithShape="1">
          <a:blip r:embed="rId3">
            <a:alphaModFix/>
          </a:blip>
          <a:srcRect/>
          <a:stretch/>
        </p:blipFill>
        <p:spPr>
          <a:xfrm>
            <a:off x="888902" y="2375143"/>
            <a:ext cx="6374355" cy="1405549"/>
          </a:xfrm>
          <a:prstGeom prst="rect">
            <a:avLst/>
          </a:prstGeom>
          <a:noFill/>
          <a:ln>
            <a:noFill/>
          </a:ln>
        </p:spPr>
      </p:pic>
      <p:pic>
        <p:nvPicPr>
          <p:cNvPr id="1745" name="Google Shape;1745;p366"/>
          <p:cNvPicPr preferRelativeResize="0"/>
          <p:nvPr/>
        </p:nvPicPr>
        <p:blipFill rotWithShape="1">
          <a:blip r:embed="rId4">
            <a:alphaModFix/>
          </a:blip>
          <a:srcRect/>
          <a:stretch/>
        </p:blipFill>
        <p:spPr>
          <a:xfrm>
            <a:off x="8000327" y="2561248"/>
            <a:ext cx="3308350" cy="9080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750"/>
        <p:cNvGrpSpPr/>
        <p:nvPr/>
      </p:nvGrpSpPr>
      <p:grpSpPr>
        <a:xfrm>
          <a:off x="0" y="0"/>
          <a:ext cx="0" cy="0"/>
          <a:chOff x="0" y="0"/>
          <a:chExt cx="0" cy="0"/>
        </a:xfrm>
      </p:grpSpPr>
      <p:sp>
        <p:nvSpPr>
          <p:cNvPr id="1751" name="Google Shape;1751;p367"/>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Correlation Matrix</a:t>
            </a:r>
            <a:endParaRPr/>
          </a:p>
        </p:txBody>
      </p:sp>
      <p:sp>
        <p:nvSpPr>
          <p:cNvPr id="1752" name="Google Shape;1752;p367"/>
          <p:cNvSpPr/>
          <p:nvPr/>
        </p:nvSpPr>
        <p:spPr>
          <a:xfrm>
            <a:off x="1072663" y="1345224"/>
            <a:ext cx="9944100" cy="152106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Collinearity is a concept in statistics that resonates with the linear relationship between the predictor variables(independent variable) in a regression model. If the independent variables are correlated, they won’t be able to independently predict the value of the dependent variable in the regression model. </a:t>
            </a:r>
            <a:endParaRPr/>
          </a:p>
        </p:txBody>
      </p:sp>
      <p:sp>
        <p:nvSpPr>
          <p:cNvPr id="1753" name="Google Shape;1753;p367"/>
          <p:cNvSpPr/>
          <p:nvPr/>
        </p:nvSpPr>
        <p:spPr>
          <a:xfrm>
            <a:off x="2810572" y="3145201"/>
            <a:ext cx="6279416" cy="291465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000" b="0" i="0" u="none" strike="noStrike" cap="none">
                <a:solidFill>
                  <a:srgbClr val="000000"/>
                </a:solidFill>
                <a:latin typeface="Calibri"/>
                <a:ea typeface="Calibri"/>
                <a:cs typeface="Calibri"/>
                <a:sym typeface="Calibri"/>
              </a:rPr>
              <a:t>A correlation matrix is a table that has the correlated coefficients between the variables. It is mostly used to deduce the patterns in a large dataset. </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758"/>
        <p:cNvGrpSpPr/>
        <p:nvPr/>
      </p:nvGrpSpPr>
      <p:grpSpPr>
        <a:xfrm>
          <a:off x="0" y="0"/>
          <a:ext cx="0" cy="0"/>
          <a:chOff x="0" y="0"/>
          <a:chExt cx="0" cy="0"/>
        </a:xfrm>
      </p:grpSpPr>
      <p:sp>
        <p:nvSpPr>
          <p:cNvPr id="1759" name="Google Shape;1759;p368"/>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a:solidFill>
                  <a:srgbClr val="604878"/>
                </a:solidFill>
                <a:latin typeface="Raleway Light"/>
                <a:ea typeface="Raleway Light"/>
                <a:cs typeface="Raleway Light"/>
                <a:sym typeface="Raleway Light"/>
              </a:rPr>
              <a:t>Hands on - Python</a:t>
            </a:r>
            <a:endParaRPr sz="1400" b="0" i="0" u="none" strike="noStrike" cap="none">
              <a:solidFill>
                <a:srgbClr val="000000"/>
              </a:solidFill>
              <a:latin typeface="Arial"/>
              <a:ea typeface="Arial"/>
              <a:cs typeface="Arial"/>
              <a:sym typeface="Arial"/>
            </a:endParaRPr>
          </a:p>
        </p:txBody>
      </p:sp>
      <p:sp>
        <p:nvSpPr>
          <p:cNvPr id="1760" name="Google Shape;1760;p368"/>
          <p:cNvSpPr/>
          <p:nvPr/>
        </p:nvSpPr>
        <p:spPr>
          <a:xfrm>
            <a:off x="433331" y="1213338"/>
            <a:ext cx="5080910" cy="218928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
        <p:nvSpPr>
          <p:cNvPr id="1761" name="Google Shape;1761;p368"/>
          <p:cNvSpPr/>
          <p:nvPr/>
        </p:nvSpPr>
        <p:spPr>
          <a:xfrm>
            <a:off x="517589" y="3729467"/>
            <a:ext cx="4912393" cy="231084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In this example, we have plotted the correlation coefficients of the titanic data on a heatmap using seaborn in python. By the value of the correlation coefficient, we can figure out the collinearity of the predictor variables. </a:t>
            </a:r>
            <a:endParaRPr/>
          </a:p>
        </p:txBody>
      </p:sp>
      <p:pic>
        <p:nvPicPr>
          <p:cNvPr id="1762" name="Google Shape;1762;p368"/>
          <p:cNvPicPr preferRelativeResize="0"/>
          <p:nvPr/>
        </p:nvPicPr>
        <p:blipFill rotWithShape="1">
          <a:blip r:embed="rId3">
            <a:alphaModFix/>
          </a:blip>
          <a:srcRect/>
          <a:stretch/>
        </p:blipFill>
        <p:spPr>
          <a:xfrm>
            <a:off x="616803" y="1612899"/>
            <a:ext cx="4585631" cy="1341318"/>
          </a:xfrm>
          <a:prstGeom prst="rect">
            <a:avLst/>
          </a:prstGeom>
          <a:noFill/>
          <a:ln>
            <a:noFill/>
          </a:ln>
        </p:spPr>
      </p:pic>
      <p:pic>
        <p:nvPicPr>
          <p:cNvPr id="1763" name="Google Shape;1763;p368"/>
          <p:cNvPicPr preferRelativeResize="0"/>
          <p:nvPr/>
        </p:nvPicPr>
        <p:blipFill rotWithShape="1">
          <a:blip r:embed="rId4">
            <a:alphaModFix/>
          </a:blip>
          <a:srcRect/>
          <a:stretch/>
        </p:blipFill>
        <p:spPr>
          <a:xfrm>
            <a:off x="5962462" y="1380392"/>
            <a:ext cx="6026451" cy="441373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768"/>
        <p:cNvGrpSpPr/>
        <p:nvPr/>
      </p:nvGrpSpPr>
      <p:grpSpPr>
        <a:xfrm>
          <a:off x="0" y="0"/>
          <a:ext cx="0" cy="0"/>
          <a:chOff x="0" y="0"/>
          <a:chExt cx="0" cy="0"/>
        </a:xfrm>
      </p:grpSpPr>
      <p:pic>
        <p:nvPicPr>
          <p:cNvPr id="1769" name="Google Shape;1769;p215"/>
          <p:cNvPicPr preferRelativeResize="0"/>
          <p:nvPr/>
        </p:nvPicPr>
        <p:blipFill rotWithShape="1">
          <a:blip r:embed="rId3">
            <a:alphaModFix/>
          </a:blip>
          <a:srcRect/>
          <a:stretch/>
        </p:blipFill>
        <p:spPr>
          <a:xfrm>
            <a:off x="4402667" y="476608"/>
            <a:ext cx="3386667" cy="1180563"/>
          </a:xfrm>
          <a:prstGeom prst="rect">
            <a:avLst/>
          </a:prstGeom>
          <a:noFill/>
          <a:ln>
            <a:noFill/>
          </a:ln>
        </p:spPr>
      </p:pic>
      <p:grpSp>
        <p:nvGrpSpPr>
          <p:cNvPr id="1770" name="Google Shape;1770;p215"/>
          <p:cNvGrpSpPr/>
          <p:nvPr/>
        </p:nvGrpSpPr>
        <p:grpSpPr>
          <a:xfrm>
            <a:off x="1233192" y="2207553"/>
            <a:ext cx="9697359" cy="4111463"/>
            <a:chOff x="591670" y="2090218"/>
            <a:chExt cx="10675867" cy="4526327"/>
          </a:xfrm>
        </p:grpSpPr>
        <p:pic>
          <p:nvPicPr>
            <p:cNvPr id="1771" name="Google Shape;1771;p215"/>
            <p:cNvPicPr preferRelativeResize="0"/>
            <p:nvPr/>
          </p:nvPicPr>
          <p:blipFill rotWithShape="1">
            <a:blip r:embed="rId4">
              <a:alphaModFix/>
            </a:blip>
            <a:srcRect t="13663" b="10935"/>
            <a:stretch/>
          </p:blipFill>
          <p:spPr>
            <a:xfrm>
              <a:off x="591670" y="2090218"/>
              <a:ext cx="10652248" cy="4526327"/>
            </a:xfrm>
            <a:prstGeom prst="rect">
              <a:avLst/>
            </a:prstGeom>
            <a:noFill/>
            <a:ln>
              <a:noFill/>
            </a:ln>
          </p:spPr>
        </p:pic>
        <p:sp>
          <p:nvSpPr>
            <p:cNvPr id="1772" name="Google Shape;1772;p215"/>
            <p:cNvSpPr txBox="1"/>
            <p:nvPr/>
          </p:nvSpPr>
          <p:spPr>
            <a:xfrm>
              <a:off x="6880643" y="2451478"/>
              <a:ext cx="2878665" cy="4065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07F09"/>
                  </a:solidFill>
                  <a:latin typeface="Raleway"/>
                  <a:ea typeface="Raleway"/>
                  <a:cs typeface="Raleway"/>
                  <a:sym typeface="Raleway"/>
                </a:rPr>
                <a:t>India: +91-7847955955</a:t>
              </a:r>
              <a:endParaRPr sz="1400" b="0" i="0" u="none" strike="noStrike" cap="none">
                <a:solidFill>
                  <a:srgbClr val="000000"/>
                </a:solidFill>
                <a:latin typeface="Arial"/>
                <a:ea typeface="Arial"/>
                <a:cs typeface="Arial"/>
                <a:sym typeface="Arial"/>
              </a:endParaRPr>
            </a:p>
          </p:txBody>
        </p:sp>
        <p:sp>
          <p:nvSpPr>
            <p:cNvPr id="1773" name="Google Shape;1773;p215"/>
            <p:cNvSpPr txBox="1"/>
            <p:nvPr/>
          </p:nvSpPr>
          <p:spPr>
            <a:xfrm>
              <a:off x="6880643" y="3152473"/>
              <a:ext cx="4161288" cy="4065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07F09"/>
                  </a:solidFill>
                  <a:latin typeface="Raleway"/>
                  <a:ea typeface="Raleway"/>
                  <a:cs typeface="Raleway"/>
                  <a:sym typeface="Raleway"/>
                </a:rPr>
                <a:t>US: 1-800-216-8930 (TOLL FREE)</a:t>
              </a:r>
              <a:endParaRPr sz="1400" b="0" i="0" u="none" strike="noStrike" cap="none">
                <a:solidFill>
                  <a:srgbClr val="000000"/>
                </a:solidFill>
                <a:latin typeface="Arial"/>
                <a:ea typeface="Arial"/>
                <a:cs typeface="Arial"/>
                <a:sym typeface="Arial"/>
              </a:endParaRPr>
            </a:p>
          </p:txBody>
        </p:sp>
        <p:sp>
          <p:nvSpPr>
            <p:cNvPr id="1774" name="Google Shape;1774;p215"/>
            <p:cNvSpPr txBox="1"/>
            <p:nvPr/>
          </p:nvSpPr>
          <p:spPr>
            <a:xfrm>
              <a:off x="6880642" y="4099242"/>
              <a:ext cx="3175144" cy="4065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7671B3"/>
                  </a:solidFill>
                  <a:latin typeface="Raleway"/>
                  <a:ea typeface="Raleway"/>
                  <a:cs typeface="Raleway"/>
                  <a:sym typeface="Raleway"/>
                </a:rPr>
                <a:t>support@intellipaat.com</a:t>
              </a:r>
              <a:endParaRPr sz="1400" b="0" i="0" u="none" strike="noStrike" cap="none">
                <a:solidFill>
                  <a:srgbClr val="000000"/>
                </a:solidFill>
                <a:latin typeface="Arial"/>
                <a:ea typeface="Arial"/>
                <a:cs typeface="Arial"/>
                <a:sym typeface="Arial"/>
              </a:endParaRPr>
            </a:p>
          </p:txBody>
        </p:sp>
        <p:sp>
          <p:nvSpPr>
            <p:cNvPr id="1775" name="Google Shape;1775;p215"/>
            <p:cNvSpPr txBox="1"/>
            <p:nvPr/>
          </p:nvSpPr>
          <p:spPr>
            <a:xfrm>
              <a:off x="6880643" y="5486326"/>
              <a:ext cx="4386894" cy="4065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3C8478"/>
                  </a:solidFill>
                  <a:latin typeface="Raleway"/>
                  <a:ea typeface="Raleway"/>
                  <a:cs typeface="Raleway"/>
                  <a:sym typeface="Raleway"/>
                </a:rPr>
                <a:t>24/7 Chat with Our Course Advisor</a:t>
              </a:r>
              <a:endParaRPr sz="1400" b="0" i="0" u="none" strike="noStrike" cap="none">
                <a:solidFill>
                  <a:srgbClr val="000000"/>
                </a:solidFill>
                <a:latin typeface="Arial"/>
                <a:ea typeface="Arial"/>
                <a:cs typeface="Arial"/>
                <a:sym typeface="Arial"/>
              </a:endParaRPr>
            </a:p>
          </p:txBody>
        </p:sp>
      </p:grpSp>
      <p:sp>
        <p:nvSpPr>
          <p:cNvPr id="1776" name="Google Shape;1776;p215"/>
          <p:cNvSpPr/>
          <p:nvPr/>
        </p:nvSpPr>
        <p:spPr>
          <a:xfrm>
            <a:off x="9668539" y="14177"/>
            <a:ext cx="2509284" cy="11655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777" name="Google Shape;1777;p215"/>
          <p:cNvPicPr preferRelativeResize="0"/>
          <p:nvPr/>
        </p:nvPicPr>
        <p:blipFill rotWithShape="1">
          <a:blip r:embed="rId5">
            <a:alphaModFix/>
          </a:blip>
          <a:srcRect/>
          <a:stretch/>
        </p:blipFill>
        <p:spPr>
          <a:xfrm>
            <a:off x="0" y="0"/>
            <a:ext cx="12192000" cy="685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Diseño personalizado">
  <a:themeElements>
    <a:clrScheme name="Custom 12">
      <a:dk1>
        <a:srgbClr val="000000"/>
      </a:dk1>
      <a:lt1>
        <a:srgbClr val="FFFFFF"/>
      </a:lt1>
      <a:dk2>
        <a:srgbClr val="323232"/>
      </a:dk2>
      <a:lt2>
        <a:srgbClr val="E3DED1"/>
      </a:lt2>
      <a:accent1>
        <a:srgbClr val="F07F09"/>
      </a:accent1>
      <a:accent2>
        <a:srgbClr val="604878"/>
      </a:accent2>
      <a:accent3>
        <a:srgbClr val="6B9F25"/>
      </a:accent3>
      <a:accent4>
        <a:srgbClr val="1B587C"/>
      </a:accent4>
      <a:accent5>
        <a:srgbClr val="00B0F0"/>
      </a:accent5>
      <a:accent6>
        <a:srgbClr val="323232"/>
      </a:accent6>
      <a:hlink>
        <a:srgbClr val="4E8542"/>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Diseño personalizado">
  <a:themeElements>
    <a:clrScheme name="Custom 4">
      <a:dk1>
        <a:srgbClr val="000000"/>
      </a:dk1>
      <a:lt1>
        <a:srgbClr val="FFFFFF"/>
      </a:lt1>
      <a:dk2>
        <a:srgbClr val="323232"/>
      </a:dk2>
      <a:lt2>
        <a:srgbClr val="E3DED1"/>
      </a:lt2>
      <a:accent1>
        <a:srgbClr val="F07F09"/>
      </a:accent1>
      <a:accent2>
        <a:srgbClr val="604878"/>
      </a:accent2>
      <a:accent3>
        <a:srgbClr val="6B9F25"/>
      </a:accent3>
      <a:accent4>
        <a:srgbClr val="1B587C"/>
      </a:accent4>
      <a:accent5>
        <a:srgbClr val="00B0F0"/>
      </a:accent5>
      <a:accent6>
        <a:srgbClr val="FFFFFF"/>
      </a:accent6>
      <a:hlink>
        <a:srgbClr val="4E8542"/>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Diseño personalizado">
  <a:themeElements>
    <a:clrScheme name="Custom 4">
      <a:dk1>
        <a:srgbClr val="000000"/>
      </a:dk1>
      <a:lt1>
        <a:srgbClr val="FFFFFF"/>
      </a:lt1>
      <a:dk2>
        <a:srgbClr val="323232"/>
      </a:dk2>
      <a:lt2>
        <a:srgbClr val="E3DED1"/>
      </a:lt2>
      <a:accent1>
        <a:srgbClr val="F07F09"/>
      </a:accent1>
      <a:accent2>
        <a:srgbClr val="604878"/>
      </a:accent2>
      <a:accent3>
        <a:srgbClr val="6B9F25"/>
      </a:accent3>
      <a:accent4>
        <a:srgbClr val="1B587C"/>
      </a:accent4>
      <a:accent5>
        <a:srgbClr val="00B0F0"/>
      </a:accent5>
      <a:accent6>
        <a:srgbClr val="FFFFFF"/>
      </a:accent6>
      <a:hlink>
        <a:srgbClr val="4E8542"/>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Diseño personalizado">
  <a:themeElements>
    <a:clrScheme name="Custom 4">
      <a:dk1>
        <a:srgbClr val="000000"/>
      </a:dk1>
      <a:lt1>
        <a:srgbClr val="FFFFFF"/>
      </a:lt1>
      <a:dk2>
        <a:srgbClr val="323232"/>
      </a:dk2>
      <a:lt2>
        <a:srgbClr val="E3DED1"/>
      </a:lt2>
      <a:accent1>
        <a:srgbClr val="F07F09"/>
      </a:accent1>
      <a:accent2>
        <a:srgbClr val="604878"/>
      </a:accent2>
      <a:accent3>
        <a:srgbClr val="6B9F25"/>
      </a:accent3>
      <a:accent4>
        <a:srgbClr val="1B587C"/>
      </a:accent4>
      <a:accent5>
        <a:srgbClr val="00B0F0"/>
      </a:accent5>
      <a:accent6>
        <a:srgbClr val="FFFFFF"/>
      </a:accent6>
      <a:hlink>
        <a:srgbClr val="4E8542"/>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TotalTime>
  <Words>3161</Words>
  <Application>Microsoft Office PowerPoint</Application>
  <PresentationFormat>Widescreen</PresentationFormat>
  <Paragraphs>950</Paragraphs>
  <Slides>66</Slides>
  <Notes>66</Notes>
  <HiddenSlides>3</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66</vt:i4>
      </vt:variant>
    </vt:vector>
  </HeadingPairs>
  <TitlesOfParts>
    <vt:vector size="76" baseType="lpstr">
      <vt:lpstr>Calibri</vt:lpstr>
      <vt:lpstr>Raleway</vt:lpstr>
      <vt:lpstr>Arial</vt:lpstr>
      <vt:lpstr>Lato</vt:lpstr>
      <vt:lpstr>Raleway Black</vt:lpstr>
      <vt:lpstr>Raleway Light</vt:lpstr>
      <vt:lpstr>Diseño personalizado</vt:lpstr>
      <vt:lpstr>1_Diseño personalizado</vt:lpstr>
      <vt:lpstr>2_Diseño personalizado</vt:lpstr>
      <vt:lpstr>4_Diseño personalizado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Debashis Borgohain</dc:creator>
  <cp:lastModifiedBy>Ujjwal Intellipaat</cp:lastModifiedBy>
  <cp:revision>2</cp:revision>
  <dcterms:created xsi:type="dcterms:W3CDTF">2019-08-22T08:21:15Z</dcterms:created>
  <dcterms:modified xsi:type="dcterms:W3CDTF">2025-01-09T16:49:58Z</dcterms:modified>
</cp:coreProperties>
</file>